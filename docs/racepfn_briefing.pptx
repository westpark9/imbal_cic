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PROGRESS REPORT - NETWORK INTRUSION DETECTION UNDER SEVERE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11111"/>
                </a:solidFill>
                <a:latin typeface="Arial"/>
              </a:rPr>
              <a:t>RACE-PFN: Residual-Advantage-Guided Context Experts
on a Frozen Tabular Foundation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We replaced the TAILGUARD design (per-family experts + energy gates) with a foundation-model architecture in which experts are </a:t>
            </a:r>
            <a:r>
              <a:rPr sz="1500" b="1" i="0">
                <a:solidFill>
                  <a:srgbClr val="111111"/>
                </a:solidFill>
                <a:latin typeface="Arial"/>
              </a:rPr>
              <a:t>discovered from the global model's failures</a:t>
            </a:r>
            <a:r>
              <a:rPr sz="1500" b="0" i="0">
                <a:solidFill>
                  <a:srgbClr val="111111"/>
                </a:solidFill>
                <a:latin typeface="Arial"/>
              </a:rPr>
              <a:t> and invoked through </a:t>
            </a:r>
            <a:r>
              <a:rPr sz="1500" b="1" i="0">
                <a:solidFill>
                  <a:srgbClr val="111111"/>
                </a:solidFill>
                <a:latin typeface="Arial"/>
              </a:rPr>
              <a:t>calibrated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Status in one sentence: 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expert construction and safety are verified (oracle upper bound 0.83-0.87 &gt; XGBoost 0.755; 4 harmful flips out of 4.02M rows); the remaining bottleneck - recovery of that potential - is localized; we come with a decision point on where to spend the next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CSE-CIC-IDS2018  ·  test 4,023,114 rows  ·  all comparisons same-run, same-split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1 · WHY WE CHANGED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Three reasons,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1 · It lost, and it was expensive.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The per-family expert pipeline beat the plain global XGBoost baseline in 3/28 configurations (median macro-F1 -0.184) - while running every expert on every sample. (The new design averages 1.16 model calls per sample.)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2 · The OOD part was the weakest link - deferred, not deleted.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Unseen-class resolution landed at median accuracy 0.125, and its energy scores degrade toward chance exactly under long-tailed training. OOD detection presupposes a closed-set base you can trust - we rebuild that base first; OOD returns as an extension once the base is verified. (Scenario framework retained.)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3 · Too much of it was hand-designed.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Expert scopes named by us; gates and thresholds hand-tuned on validation - none of it transferred under chronological splits. Each becomes a measured or pre-registered choice in the new design (slide 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Decision: </a:t>
            </a:r>
            <a:r>
              <a:rPr sz="1400" b="0" i="0">
                <a:solidFill>
                  <a:srgbClr val="111111"/>
                </a:solidFill>
                <a:latin typeface="Arial"/>
              </a:rPr>
              <a:t>rebuild on a backbone where specialization is data, not weights (slide 2), with every remaining design choice measured on a held-out split or fixed by a pre-registered rule (slide 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2 · THE NEW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TabPFN: prediction by reading labeled rows, not by training on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111"/>
                </a:solidFill>
                <a:latin typeface="Arial"/>
              </a:rPr>
              <a:t>Pre-trained once on millions of synthetic tabular tasks. At inference it receives a labeled context set and a query row, and predicts by in-context learning - one forward pass, θ frozen:  p(y|x) = F(C, x).  The context C is the only thing we ever choose.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65176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Context: labeled rows
(x1..x46 features, y)
... up to 1M rows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77639"/>
            <a:ext cx="2651760" cy="457200"/>
          </a:xfrm>
          <a:prstGeom prst="rect">
            <a:avLst/>
          </a:prstGeom>
          <a:solidFill>
            <a:srgbClr val="EDEDED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query x  -&gt;  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37560" y="3063240"/>
            <a:ext cx="82296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337560" y="4069080"/>
            <a:ext cx="82296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301752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11111"/>
                </a:solidFill>
                <a:latin typeface="Arial"/>
              </a:rPr>
              <a:t>Transformer</a:t>
            </a:r>
          </a:p>
          <a:p>
            <a:pPr algn="ctr"/>
            <a:r>
              <a:rPr sz="1100" b="0" i="0">
                <a:solidFill>
                  <a:srgbClr val="666666"/>
                </a:solidFill>
                <a:latin typeface="Arial"/>
              </a:rPr>
              <a:t>θ frozen · pre-trained once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60" y="3429000"/>
            <a:ext cx="77724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3017520"/>
            <a:ext cx="201168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p(y|x)
benign .82 · dos .11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519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No gradient step. No fitting. 'Training data' is an input you can edit at any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2286000"/>
            <a:ext cx="914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111111"/>
                </a:solidFill>
                <a:latin typeface="Arial"/>
              </a:rPr>
              <a:t>C0  1M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2926080"/>
            <a:ext cx="914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111111"/>
                </a:solidFill>
                <a:latin typeface="Arial"/>
              </a:rPr>
              <a:t>Ck 199k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927080" y="2697480"/>
            <a:ext cx="41148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84280" y="2514600"/>
            <a:ext cx="7315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111111"/>
                </a:solidFill>
                <a:latin typeface="Arial"/>
              </a:rPr>
              <a:t>same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7033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111"/>
                </a:solidFill>
                <a:latin typeface="Arial"/>
              </a:rPr>
              <a:t>Same frozen model: global vs specialist by swapping context rows. 8 experts cost seconds; drift adaptation = refreshing rows, not retraining.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Honest cost note: TFM inference is far heavier than XGBoost per call - the architecture holds the average at 1.16 forward passes/sample by invoking at most one expert, only when a gate predicts positive 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3 · 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Every heuristic of the old design is replaced by a measured or pre-registered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3 /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3108960"/>
                <a:gridCol w="5760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Design choice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Before (hand-set)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Now (measured / pre-registered)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Expert scope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attack families named by us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discovered by clustering the global model's failure signatures on held-out data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Number of experts 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fixed guess (4)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selected from {2, 4, 8} by oracle score on a dedicated tuning split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Which experts to keep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all of them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pruned by measured marginal contribution, re-computed after every removal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Invocation thresholds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hand-tuned on validation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fixed on a separate calibration split under pre-registered caps (benign-FPR, harm, support)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Data protocol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train / val / test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six chronological roles (build · mine · gate-train · tune · calibrate · test)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Experiment discipline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one knob per run · judged before results · same-run baselines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Residual hand-set constants remain (clip quantile, threshold grids) - declared in each run's config record rather than hidden.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Find where the global model fails -&gt; one context per failure regime -&gt; two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OFFLINE - BUILT ONCE, THEN FROZEN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7373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Global TFM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F(C0, ·) frozen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167127"/>
            <a:ext cx="45720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89280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held-out errors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74519"/>
            <a:ext cx="20116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Failure signatures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where · direction · severity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29200" y="2167127"/>
            <a:ext cx="45720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9280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cluster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874519"/>
            <a:ext cx="17373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Failure regimes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disjoint · prunable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06640" y="2167127"/>
            <a:ext cx="45720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9" y="189280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 ctx/regime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874519"/>
            <a:ext cx="3017520" cy="731520"/>
          </a:xfrm>
          <a:prstGeom prst="rect">
            <a:avLst/>
          </a:prstGeom>
          <a:solidFill>
            <a:srgbClr val="EDEDED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Expert bank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Ck = balanced anchor ∪ regime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ONLINE - PER 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137160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1. Global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every sample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011680" y="3675888"/>
            <a:ext cx="36576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3383280"/>
            <a:ext cx="19202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2. Scorer gate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P(gain&gt;0) &gt; τ_pre 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80560" y="3675888"/>
            <a:ext cx="36576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4015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4-16%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383280"/>
            <a:ext cx="17373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3. Top-1 expert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one extra call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766560" y="3675888"/>
            <a:ext cx="36576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3383280"/>
            <a:ext cx="20116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4. Verifier gate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gain low-bound &gt; τ_post ?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3675888"/>
            <a:ext cx="365760" cy="14630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88720" cy="731520"/>
          </a:xfrm>
          <a:prstGeom prst="rect">
            <a:avLst/>
          </a:prstGeom>
          <a:solidFill>
            <a:srgbClr val="EDEDED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Arial"/>
              </a:rPr>
              <a:t>swap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6666"/>
                </a:solidFill>
                <a:latin typeface="Arial"/>
              </a:rPr>
              <a:t>'No' at either gate -&gt; keep the global prediction (safe default).  Thresholds fixed on the calibration split under pre-registered caps; both gates are small models, not hand rules.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What is learned in the whole system: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context row sets + two small gate models. The backbone is never touched - which is what makes few-label temporal adaptation possible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5 · WHAT THE DATA LOOKS LIKE AT EACH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Failure signature -&gt; regime -&gt; expert context, with real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1 · A failure becomes a 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35661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true: web
global said: benign .85, web .08
-&gt; [position 16d | belief p0 |
direction y-p0 | severity 6.1]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356616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true: inf · global: dos .55, inf .35
same 'wrong', different direction
-&gt; different regime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2 · Signatures cluster into regimes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480560" y="1965960"/>
          <a:ext cx="338328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914400"/>
                <a:gridCol w="6400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66666"/>
                          </a:solidFill>
                          <a:latin typeface="Arial"/>
                        </a:rPr>
                        <a:t>regime (discovered)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666666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666666"/>
                          </a:solidFill>
                          <a:latin typeface="Arial"/>
                        </a:rPr>
                        <a:t>mass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dos, pure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21,068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.17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brute-force, pure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17,610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.34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infiltration, pure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15,645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.28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web, pure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.003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everything-else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1.89M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.01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80560" y="41148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Arial"/>
              </a:rPr>
              <a:t>Regimes are failure types, not class labels - a confusion boundary keeps both sides in one regime. Each row belongs to exactly one regime.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3 · A regime becomes a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65960"/>
            <a:ext cx="33832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Ck =
anchor: 2,000 rows x every class
(keeps the full label space)
∪
regime rows: up to 186k,
chosen to cover the regime
= ~199k labeled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20624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Arial"/>
              </a:rPr>
              <a:t>Kept only if removing it measurably hurts on its own regime; gates and thresholds trained on later, disjoint splits.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6 · THE ONE CHART THAT FRAMES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The bank's potential already exceeds XGBoost - the gap is a recovery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Oracle (bank potential)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828800"/>
            <a:ext cx="6365687" cy="310896"/>
          </a:xfrm>
          <a:prstGeom prst="rect">
            <a:avLst/>
          </a:prstGeom>
          <a:solidFill>
            <a:srgbClr val="EDEDED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6127" y="1828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0.829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XGBoost (full 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395728"/>
            <a:ext cx="4308652" cy="310896"/>
          </a:xfrm>
          <a:prstGeom prst="rect">
            <a:avLst/>
          </a:prstGeom>
          <a:solidFill>
            <a:srgbClr val="C9C9C9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9092" y="2395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0.755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RACE-PFN (realized)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962656"/>
            <a:ext cx="2724180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4620" y="296265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0.698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95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Global TabPFN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529584"/>
            <a:ext cx="1945843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6283" y="352958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0.670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422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axis starts at 0.60 · lengths proportional · oracle = per-row best model chosen with labels (0.83-0.87 across runs)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Where the recovery dies (measured funnel):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of the 462k rows an expert could genuinely fix, the scorer gate proposes 26% -&gt; the verifier accepts 12.9k -&gt; outcome 12,710 fixed / 4 broken. The gates are safe but still too closed - and one high-value regime is unreachable for a data reason (slide 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7 · VERIFICATION STATUS, GATE BY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Two of the three layers pass; the third is localized, not mysterious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7 /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38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39"/>
                <a:gridCol w="1005840"/>
                <a:gridCol w="7680959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Evidence (all same-run)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Expert construction
(do specialists exist?)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regimes row-disjoint and failure-typed; dos/inf/web specialists survive selection; bank oracle 0.83-0.87 &gt; XGBoost 0.755; beats equal-memory random bank by +0.05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Safety
(does invoking hurt?)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4 harmful flips of 4.02M (precision 0.9997); benign FPR unchanged; system ECE 0.008; 1.16 calls/sample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Recovery
(potential realized?)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proposal recall raised 0.09 -&gt; 0.26 this cycle (scorer as sign classifier), but utility realized ~0.20; the largest unrealized mass sits in one regime the tuning window cannot measure (slide 9)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Every verdict comes from a pre-registered per-run record: bank composition, per-class transitions with denominators, threshold grids, calibration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8 · PERFORMANCE,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XGBoost still leads on IID macro-F1 - what changed is the price of what we recover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8 /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120638" cy="3044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8948"/>
                <a:gridCol w="1117230"/>
                <a:gridCol w="1117230"/>
                <a:gridCol w="111723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666666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666666"/>
                          </a:solidFill>
                          <a:latin typeface="Arial"/>
                        </a:rPr>
                        <a:t>Global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666666"/>
                          </a:solidFill>
                          <a:latin typeface="Arial"/>
                        </a:rPr>
                        <a:t>RACE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666666"/>
                          </a:solidFill>
                          <a:latin typeface="Arial"/>
                        </a:rPr>
                        <a:t>XGB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benign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0.980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0.982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0.994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bot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brute-force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0.725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0.725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ddos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0.905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0.905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0.992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dos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0.524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0.718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0.782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infiltration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0.393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0.393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0.429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web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0.164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0.164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0.172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macro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0.670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0.698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0.755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920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dos is the one mover (+0.19); brute-force (-0.19 vs XGB) is the largest gap item - cause on slide 9, fix queued. These numbers are a work-in-progress checkpoint under active improvement, not the endpoint.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The risk-adjusted view - two operating points: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011680"/>
          <a:ext cx="52120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82880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open-gate (pre-protocol)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666666"/>
                          </a:solidFill>
                          <a:latin typeface="Arial"/>
                        </a:rPr>
                        <a:t>calibrated (now)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gain vs global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+0.063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+0.028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correct rows broken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8,524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override precision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0.871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111111"/>
                          </a:solidFill>
                          <a:latin typeface="Arial"/>
                        </a:rPr>
                        <a:t>0.9997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calls / sample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11111"/>
                          </a:solidFill>
                          <a:latin typeface="Arial"/>
                        </a:rPr>
                        <a:t>1.60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111111"/>
                          </a:solidFill>
                          <a:latin typeface="Arial"/>
                        </a:rPr>
                        <a:t>1.16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Deployment phrasing: an add-on to a global TFM that buys +0.028 macro at near-zero harm and 16% extra compute - with the dial between these points under calibrated control instead of hand-tuning.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9 · THE FINDING THAT SETS THE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The highest-value failure regime does not exist in the later tuning window - drift is real, and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Verified by scenario labels: the hard regime is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SSH-bruteforce (starts 18:01)</a:t>
            </a:r>
            <a:r>
              <a:rPr sz="1350" b="0" i="0">
                <a:solidFill>
                  <a:srgbClr val="111111"/>
                </a:solidFill>
                <a:latin typeface="Arial"/>
              </a:rPr>
              <a:t>, the easy one is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FTP-bruteforce (afternoon)</a:t>
            </a:r>
            <a:r>
              <a:rPr sz="1350" b="0" i="0">
                <a:solidFill>
                  <a:srgbClr val="111111"/>
                </a:solidFill>
                <a:latin typeface="Arial"/>
              </a:rPr>
              <a:t> - same class label, different tool, different traffic shape.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The frozen model solves FTP and misses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all 37,696 SSH rows</a:t>
            </a:r>
            <a:r>
              <a:rPr sz="1350" b="0" i="0">
                <a:solidFill>
                  <a:srgbClr val="111111"/>
                </a:solidFill>
                <a:latin typeface="Arial"/>
              </a:rPr>
              <a:t> in test; the tuning window (15:31-15:43)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ends before SSH begins</a:t>
            </a:r>
            <a:r>
              <a:rPr sz="1350" b="0" i="0">
                <a:solidFill>
                  <a:srgbClr val="111111"/>
                </a:solidFill>
                <a:latin typeface="Arial"/>
              </a:rPr>
              <a:t>, so the SSH specialist is unmeasurable there and gets dropped - exactly why brute-force F1 stays frozen at 0.725, the single largest item of the XGBoost gap.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Reading: </a:t>
            </a:r>
            <a:r>
              <a:rPr sz="1350" b="1" i="0">
                <a:solidFill>
                  <a:srgbClr val="111111"/>
                </a:solidFill>
                <a:latin typeface="Arial"/>
              </a:rPr>
              <a:t>the character of brute-force failures changes over time within this dataset</a:t>
            </a:r>
            <a:r>
              <a:rPr sz="1350" b="0" i="0">
                <a:solidFill>
                  <a:srgbClr val="111111"/>
                </a:solidFill>
                <a:latin typeface="Arial"/>
              </a:rPr>
              <a:t> - direct, quantified evidence of temporal drift, the phenomenon this architecture was chosen to handle.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What this buys us: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the temporal-refresh phase (update contexts with a few verified labels per window, evaluate on the next window) is no longer a speculative differentiator - our own IID experiments produced its motivating evidence, and the calibrated safety machinery built this cycle is its prerequisite.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10 · SO WHAT DO WE EVALUATE ON, IF NOT IID F1?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Three axes where editable contexts should beat retraining - IID F1 becomes a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10 /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3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3017520"/>
                <a:gridCol w="3291840"/>
                <a:gridCol w="2103119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66666"/>
                          </a:solidFill>
                          <a:latin typeface="Arial"/>
                        </a:rPr>
                        <a:t>Axis (old-draft scenario)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66666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66666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66666"/>
                          </a:solidFill>
                          <a:latin typeface="Arial"/>
                        </a:rPr>
                        <a:t>Baselines</a:t>
                      </a:r>
                    </a:p>
                  </a:txBody>
                  <a:tcPr marT="25400" marB="25400">
                    <a:solidFill>
                      <a:srgbClr val="EDEDE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1 · Temporal adaptation
(Scenario A/C - primary claim)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with &lt;=200 verified labels per window, how much of the next window is recovered?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prequential per-window macro/tail-F1 recovery + forgetting; label budget B in {0,50,200,1000}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frozen system; XGBoost retrained with the same budget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2 · Long-tail stress
(Scenario D)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as imbalance worsens, who degrades slower?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macro/tail-F1 degradation slope over IF in {10,50,100,500}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full-data XGBoost; global TFM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3 · Test-prior shift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does performance survive when the test mix changes?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reweighted macro-F1 + ECE across 4 test priors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XGBoost ± posterior correction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Guardrails (always-on)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is the base system ever harmed?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IID macro-F1 (do-no-harm) · benign FPR · ECE · calls/sample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same-run global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32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6666"/>
                </a:solidFill>
                <a:latin typeface="Arial"/>
              </a:rPr>
              <a:t>Why these axes: on axis 1 an XGBoost baseline must retrain on 50-200 labels (unstable), while RACE edits context rows under already-calibrated gates - and slide 9's drift finding (FTP-&gt;SSH) is precisely an axis-1 phenomenon inside our own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Arial"/>
              </a:rPr>
              <a:t>11 · DECISION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rial"/>
              </a:rPr>
              <a:t>Where should the next cycle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RACE-PFN Briefing</a:t>
            </a:r>
            <a:r>
              <a:rPr sz="900" b="0" i="0">
                <a:solidFill>
                  <a:srgbClr val="111111"/>
                </a:solidFill>
                <a:latin typeface="Arial"/>
              </a:rPr>
              <a:t>        </a:t>
            </a:r>
            <a:r>
              <a:rPr sz="900" b="0" i="0">
                <a:solidFill>
                  <a:srgbClr val="666666"/>
                </a:solidFill>
                <a:latin typeface="Arial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Branch A - keep pursuing IID parity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11111"/>
                </a:solidFill>
                <a:latin typeface="Arial"/>
              </a:rPr>
              <a:t>2-3 recovery knobs remain: measure unmeasurable regimes on the gate-training split; temper the class-weight scale; iterate the scorer.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11111"/>
                </a:solidFill>
                <a:latin typeface="Arial"/>
              </a:rPr>
              <a:t>Upside: closes the headline number. Risk: even at parity, 'why not just XGBoost' remains unanswered on IID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Branch B - pivot to temporal / long-tail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11111"/>
                </a:solidFill>
                <a:latin typeface="Arial"/>
              </a:rPr>
              <a:t>Drift evidence in hand (slide 9); scenario framework A-E already designed; calibrated safety machinery - the prerequisite - is done.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66666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11111"/>
                </a:solidFill>
                <a:latin typeface="Arial"/>
              </a:rPr>
              <a:t>These are the settings where a frozen backbone with editable contexts is structurally advantaged over retraining-based baselines - the paper's actual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Recommendation:  </a:t>
            </a:r>
            <a:r>
              <a:rPr sz="1400" b="0" i="0">
                <a:solidFill>
                  <a:srgbClr val="111111"/>
                </a:solidFill>
                <a:latin typeface="Arial"/>
              </a:rPr>
              <a:t>Branch B as the main line, with Branch A limited to the one cheap knob (regime measurement fallback) that directly unblocks brute-force - it serves both branches.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