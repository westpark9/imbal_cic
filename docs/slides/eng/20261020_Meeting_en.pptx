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before dataset. A labelled flow is a tabular network record with an assigned class. Labels are assumed available after investigation; their acquisition is not evaluated here. XGBoost full refitting is the chosen comparator, not a claim that all tree updates require retraining. Class arrival is not a claim of zero-label novelty detection or cross-network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https://arxiv.org/html/2605.13986v1 Sections 1, 2.2, 2.5. Synthetic tasks refer to model pretraining, not the IDS evaluation data. Context is a supplied labelled dataset, not information stored inside fixed pretrained weights. Fine-tuning is optional weight optimization and is not used in the supplied result pages. FT interface: https://github.com/PriorLabs/TabPFN/blob/main/src/tabpfn/finetuning/finetuned_base.py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https://arxiv.org/html/2605.13986v1 Figure 5, Section 2.1. Original figure on the left, without a visible caption per user instruction. Steps 1–3 follow cell embedding, column-wise feature embedding, and row-wise feature aggregation. The labelled context is external input; the diagram does not depict IDS weight fine-tuning.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https://arxiv.org/html/2605.13986v1 Sections 2.2 and 2.4.2. The decoder averages one-hot context labels with learned attention weights. Cached prediction can reuse prepared context states; changing context may require recomputation. No claim that a context update is free, or universally faster than XGBoost refitting.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Unchanged supplied 26S_Meeting.pdf page 4. PDF source only: original content is a page image in PPTX. The companion PDF preserves the original vector page. Experiment redesign is separately documented and has not been applied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Unchanged supplied 26S_Meeting.pdf page 5. PDF source only: original content is a page image in PPTX. The companion PDF preserves the original vector page. Experiment redesign is separately documented and has not been applied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Unchanged supplied 26S_Meeting.pdf page 6. PDF source only: original content is a page image in PPTX. The companion PDF preserves the original vector page. Experiment redesign is separately documented and has not been applied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5212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Adapting IDS to newly labelled attacks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0972800" cy="4754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IDS · Classifying network flows as benign or attack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810512"/>
            <a:ext cx="333756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965960"/>
            <a:ext cx="2971800" cy="38404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en-US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Initial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560320"/>
            <a:ext cx="2980944" cy="62179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Labelled benign traffic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and known attacks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50791" y="2468880"/>
            <a:ext cx="320040" cy="256032"/>
          </a:xfrm>
          <a:prstGeom prst="rightArrow">
            <a:avLst/>
          </a:prstGeom>
          <a:solidFill>
            <a:srgbClr val="007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810512"/>
            <a:ext cx="333756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965960"/>
            <a:ext cx="2971800" cy="38404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en-US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Newly labelled attack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560320"/>
            <a:ext cx="2980944" cy="62179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A small labelled sample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of a newly observed attack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909560" y="2468880"/>
            <a:ext cx="320040" cy="256032"/>
          </a:xfrm>
          <a:prstGeom prst="rightArrow">
            <a:avLst/>
          </a:prstGeom>
          <a:solidFill>
            <a:srgbClr val="007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84463" y="1810512"/>
            <a:ext cx="333756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3" y="1965960"/>
            <a:ext cx="2971800" cy="38404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en-US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Detector 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3" y="2560320"/>
            <a:ext cx="2980944" cy="62179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Recognize the new attack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and preserve earlier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9624"/>
            <a:ext cx="1874519" cy="3657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XGBoost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849624"/>
            <a:ext cx="8961120" cy="42062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Comparator: refit on all labelled examples available so far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72000"/>
            <a:ext cx="1874519" cy="3657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en-US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TabPFN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572000"/>
            <a:ext cx="8961120" cy="42062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Fixed pretrained weights; labelled examples supplied as context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596128"/>
            <a:ext cx="11018520" cy="7040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769864"/>
            <a:ext cx="10607040" cy="3657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Comparison · New-attack detection · Retained quality · Update 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5212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TabPFN · Weights, context and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en-US">
                <a:solidFill>
                  <a:srgbClr val="617080"/>
                </a:solidFill>
                <a:latin typeface="Pretendard"/>
                <a:ea typeface="Pretendard"/>
                <a:cs typeface="Pretendard"/>
              </a:rPr>
              <a:t>Prediction rules pretrained on synthetic tabular tasks · TabPFN-3, arXiv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709928"/>
            <a:ext cx="2953512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865376"/>
            <a:ext cx="2606040" cy="3222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en-US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67712"/>
            <a:ext cx="2606040" cy="2608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Flow features + labels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862072"/>
            <a:ext cx="2953512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017520"/>
            <a:ext cx="2606040" cy="3222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en-US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419856"/>
            <a:ext cx="2606040" cy="2608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Flow features to classify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21608" y="2167128"/>
            <a:ext cx="429768" cy="292608"/>
          </a:xfrm>
          <a:prstGeom prst="rightArrow">
            <a:avLst/>
          </a:prstGeom>
          <a:solidFill>
            <a:srgbClr val="007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3721608" y="3310128"/>
            <a:ext cx="429768" cy="292608"/>
          </a:xfrm>
          <a:prstGeom prst="rightArrow">
            <a:avLst/>
          </a:prstGeom>
          <a:solidFill>
            <a:srgbClr val="007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075688"/>
            <a:ext cx="3246120" cy="1335024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22576"/>
            <a:ext cx="2880360" cy="39901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en-US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TabPFN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89504"/>
            <a:ext cx="2880360" cy="2762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en-US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Pretrained weights fixed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36408" y="2679192"/>
            <a:ext cx="429768" cy="292608"/>
          </a:xfrm>
          <a:prstGeom prst="rightArrow">
            <a:avLst/>
          </a:prstGeom>
          <a:solidFill>
            <a:srgbClr val="007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03920" y="2075688"/>
            <a:ext cx="3090672" cy="133502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350008"/>
            <a:ext cx="2715768" cy="3222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en-US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Class probabilities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898648"/>
            <a:ext cx="2715768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Benign · Attack A · Attack B 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242816"/>
            <a:ext cx="2404872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en-US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In-context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242816"/>
            <a:ext cx="8275320" cy="3291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Predict the query using its context, with no weight optimization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892040"/>
            <a:ext cx="2194560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en-US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Fine-tuning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892040"/>
            <a:ext cx="8275320" cy="58317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Split IDS examples into context/query; update weights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by backpropagating the labelled-query loss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751576"/>
            <a:ext cx="11018520" cy="5577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5888736"/>
            <a:ext cx="10616184" cy="29158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Current comparison · Original pretrained weights, with no IDS fine-tuning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5212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v3 architecture · Representing network flows</a:t>
            </a:r>
          </a:p>
        </p:txBody>
      </p:sp>
      <p:pic>
        <p:nvPicPr>
          <p:cNvPr id="3" name="Picture 2" descr="v3_architecture_page.png"/>
          <p:cNvPicPr>
            <a:picLocks noChangeAspect="1"/>
          </p:cNvPicPr>
          <p:nvPr/>
        </p:nvPicPr>
        <p:blipFill>
          <a:blip r:embed="rId3"/>
          <a:srcRect l="20000" t="8200" r="19000" b="28500"/>
          <a:stretch>
            <a:fillRect/>
          </a:stretch>
        </p:blipFill>
        <p:spPr>
          <a:xfrm>
            <a:off x="566928" y="987552"/>
            <a:ext cx="3611880" cy="5376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53712" y="1280160"/>
            <a:ext cx="7068312" cy="411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en-US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1  Encode values · Cell embedding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3752" y="1901952"/>
            <a:ext cx="6629400" cy="7955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Convert each value, such as packet length, into a vector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Include an indicator for missing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53712" y="2871215"/>
            <a:ext cx="7068312" cy="411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en-US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2  Summarize columns · Feature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3752" y="3493008"/>
            <a:ext cx="6629400" cy="7955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Summarize each feature across multiple flows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Use the labels supplied with the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712" y="4462272"/>
            <a:ext cx="7068312" cy="411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en-US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3  Combine features · Feature aggregation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3752" y="5084064"/>
            <a:ext cx="6629400" cy="7955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Combine a flow’s features into one representation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Prepare it for comparison with other 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5212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v3 architecture · Context-based prediction</a:t>
            </a:r>
          </a:p>
        </p:txBody>
      </p:sp>
      <p:pic>
        <p:nvPicPr>
          <p:cNvPr id="3" name="Picture 2" descr="v3_architecture_page.png"/>
          <p:cNvPicPr>
            <a:picLocks noChangeAspect="1"/>
          </p:cNvPicPr>
          <p:nvPr/>
        </p:nvPicPr>
        <p:blipFill>
          <a:blip r:embed="rId3"/>
          <a:srcRect l="20000" t="8200" r="19000" b="28500"/>
          <a:stretch>
            <a:fillRect/>
          </a:stretch>
        </p:blipFill>
        <p:spPr>
          <a:xfrm>
            <a:off x="566928" y="987552"/>
            <a:ext cx="3611880" cy="5376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53712" y="1243584"/>
            <a:ext cx="7068312" cy="411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en-US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4  Consult examples · In-context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3752" y="1856231"/>
            <a:ext cx="6611112" cy="713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Compare the query with labelled context examples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Weight their relevance through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53712" y="2761488"/>
            <a:ext cx="7068312" cy="411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en-US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5  Predict probabilities · Many-class decoder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3752" y="3374136"/>
            <a:ext cx="6611112" cy="713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Combine context labels with attention weights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Keep examples of both existing and new classes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53712" y="4672584"/>
            <a:ext cx="7040880" cy="1435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4855464"/>
            <a:ext cx="6629400" cy="3222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en-US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Context updates also require computation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5449824"/>
            <a:ext cx="6611112" cy="552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Preprocessing · Representations · Cache preparation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en-US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Measure update time separately from weight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inal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inal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inal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