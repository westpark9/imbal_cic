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8"/>
    <p:sldId id="258" r:id="rId9"/>
    <p:sldId id="256" r:id="rId6"/>
    <p:sldId id="257" r:id="rId8"/>
    <p:sldId id="259" r:id="rId5"/>
    <p:sldId id="268" r:id="rId19"/>
    <p:sldId id="265" r:id="rId16"/>
    <p:sldId id="264" r:id="rId15"/>
    <p:sldId id="269" r:id="rId20"/>
    <p:sldId id="260" r:id="rId4"/>
    <p:sldId id="261" r:id="rId3"/>
    <p:sldId id="262" r:id="rId2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모델의 예측 혼동행렬이 아니라 동일 feature에서 복수 라벨이 관찰되는 비율</a:t>
            </a:r>
          </a:p>
          <a:p>
            <a:r>
              <a:t>분모는 원래 행 클래스의 모든 표본이며 정제 전 전체 데이터 기준</a:t>
            </a:r>
          </a:p>
          <a:p>
            <a:r>
              <a:t>A와 B가 서로 feature를 공유하더라도 클래스 크기가 달라 셀 비율은 비대칭</a:t>
            </a:r>
          </a:p>
          <a:p>
            <a:r>
              <a:t>한 행이 여러 다른 라벨과 공유되면 여러 셀에 집계되므로 행 합은 제거 비율이 아님</a:t>
            </a:r>
          </a:p>
          <a:p>
            <a:r>
              <a:t>Web attack: Benign만 1,335행, Infiltration만 3행, 양쪽 모두 429행, 겹침 없는 771행</a:t>
            </a:r>
          </a:p>
          <a:p>
            <a:r>
              <a:t>데이터 및 그림 원본: docs/slides/kor/1002_intro_assets/</a:t>
            </a:r>
          </a:p>
          <a:p>
            <a:r>
              <a:t>열 약어는 행의 전체 클래스명과 같은 순서</a:t>
            </a:r>
          </a:p>
          <a:p>
            <a:r>
              <a:t>행과 열 모두 정제 전 전체 클래스 표본 수 내림차순</a:t>
            </a:r>
          </a:p>
          <a:p>
            <a:r>
              <a:t>동일 feature의 상충 라벨은 관찰 사실이며 window 라벨링을 모든 상충의 원인으로 단정하지 않음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정제 전후 클래스별 행 수는 현재 fixed-split의 class_counts.csv를 train/val/test 전체 합산</a:t>
            </a:r>
          </a:p>
          <a:p>
            <a:r>
              <a:t>CIC2018 합계 20,115,529 → 14,755,417; ToN 합계 27,520,260 → 10,807,288</a:t>
            </a:r>
          </a:p>
          <a:p>
            <a:r>
              <a:t>구성비 분모는 각각 정제 전 전체 행과 정제 후 전체 행</a:t>
            </a:r>
          </a:p>
          <a:p>
            <a:r>
              <a:t>CIC2018 Infiltration 188,152 → 46,761; Web attack 2,538 → 771</a:t>
            </a:r>
          </a:p>
          <a:p>
            <a:r>
              <a:t>사용자 요청에 따라 제거 기준 설명 제외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0904 사용자 편집본의 오프라인/온라인 두 단계 흐름도를 현재 구현에 맞춰 재구성</a:t>
            </a:r>
          </a:p>
          <a:p>
            <a:r>
              <a:t>Expert 풀에서 residual을 계산하되 Global 오분류만으로 context를 제한하지 않음</a:t>
            </a:r>
          </a:p>
          <a:p>
            <a:r>
              <a:t>Residual에는 입력 표현, Global 확률, 정답과 확률의 차이, 오류 크기 사용</a:t>
            </a:r>
          </a:p>
          <a:p>
            <a:r>
              <a:t>공통 anchor로 클래스 사례를 제공하고 군집별 특화 block으로 각 expert 구성</a:t>
            </a:r>
          </a:p>
          <a:p>
            <a:r>
              <a:t>Scorer는 expert 선택 및 사전 호출 판단; verifier는 expert 예측 수락 판단</a:t>
            </a:r>
          </a:p>
          <a:p>
            <a:r>
              <a:t>정제 데이터에서 seed 43, K=2/4/6/8 expert와 S/V를 적용한 결과를 뒤에서 제시</a:t>
            </a:r>
          </a:p>
          <a:p>
            <a:r>
              <a:t>본 장은 학습·추론 구조이며 정답 residual을 온라인 routing에 사용하지 않음</a:t>
            </a:r>
          </a:p>
          <a:p>
            <a:r>
              <a:t>이 구조는 지금까지 구현한 출발점이다. 순차 도입 시나리오의 Global/expert/S/V 갱신 여부는 미확정이며 필수 조건 아님. 새 라벨을 반영한다고 기존 S/V가 자동으로 유효해지는 것은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현재까지 시도한 context 구성 방법 중 하나로 제시</a:t>
            </a:r>
          </a:p>
          <a:p>
            <a:r>
              <a:t>Global 100,000행 context 및 anchor ID 고정, residual KMeans 군집 수만 2/4/6/8로 변경</a:t>
            </a:r>
          </a:p>
          <a:p>
            <a:r>
              <a:t>Residual에는 입력 표현, Global 예측 확률, 정답과 확률의 차이, 오류 크기가 포함</a:t>
            </a:r>
          </a:p>
          <a:p>
            <a:r>
              <a:t>Expert context에는 선택된 원래 feature와 label 쌍을 제공, residual을 추가 feature로 제공하지 않음</a:t>
            </a:r>
          </a:p>
          <a:p>
            <a:r>
              <a:t>Block은 Global이 틀린 행만으로 구성되지 않으며 다양성 선택을 포함</a:t>
            </a:r>
          </a:p>
          <a:p>
            <a:r>
              <a:t>각 block 상한 186,000행, 군집이 작으면 가능한 표본 사용</a:t>
            </a:r>
          </a:p>
          <a:p>
            <a:r>
              <a:t>K별 합계는 중복 anchor를 포함한 context 행 수의 합이며 고유 학습 표본 수와 다름</a:t>
            </a:r>
          </a:p>
          <a:p>
            <a:r>
              <a:t>K가 증가하면 총 context 크기도 달라지므로 고정 총예산 실험으로 해석하지 않음</a:t>
            </a:r>
          </a:p>
          <a:p>
            <a:r>
              <a:t>근거: docs/research/20260930/exp63_capability_report_data.json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EXP63 K=4 saved fitted bank 기준</a:t>
            </a:r>
          </a:p>
          <a:p>
            <a:r>
              <a:t>각 expert가 같은 전체 test를 분류한 raw multiclass F1, S/V 적용 전</a:t>
            </a:r>
          </a:p>
          <a:p>
            <a:r>
              <a:t>이 표는 정답 residual로 표본을 expert에 배정한 oracle 결과가 아님</a:t>
            </a:r>
          </a:p>
          <a:p>
            <a:r>
              <a:t>A/B는 expert별 평가 표본군이 달라 자체 역량의 두 관점으로 사용하지 않음</a:t>
            </a:r>
          </a:p>
          <a:p>
            <a:r>
              <a:t>파란 숫자는 소수 셋째 자리 표시값이 Global보다 클 때만 강조</a:t>
            </a:r>
          </a:p>
          <a:p>
            <a:r>
              <a:t>ToN Scanning은 K=2/4/6/8의 모든 expert에서 test·validation confirm F1 개선</a:t>
            </a:r>
          </a:p>
          <a:p>
            <a:r>
              <a:t>CIC2018 Infiltration은 모든 K에서 test F1 개선 expert 없음</a:t>
            </a:r>
          </a:p>
          <a:p>
            <a:r>
              <a:t>CIC2018 Web attack은 일부 test 개선이 있으나 동일 expert의 confirm 개선 없음</a:t>
            </a:r>
          </a:p>
          <a:p>
            <a:r>
              <a:t>같은 클래스에서 test와 confirm의 개선 방향을 확인하며 두 split의 F1 절대값 차이를 직접 일반화 격차로 해석하지 않음</a:t>
            </a:r>
          </a:p>
          <a:p>
            <a:r>
              <a:t>단일 클래스의 개선으로 expert 전체가 Global보다 우수하다고 해석하지 않음</a:t>
            </a:r>
          </a:p>
          <a:p>
            <a:r>
              <a:t>근거: 각 dataset_k4/diagnostics/expert_class_metrics.csv 및 EXP63 capability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EXP63의 S1V0 설정 이름은 S와 V를 모두 학습한 현재 완전판이며 V 제거 ablation을 뜻하지 않음</a:t>
            </a:r>
          </a:p>
          <a:p>
            <a:r>
              <a:t>K=4는 기존 대표 설정이므로 다음 SOTA 표에도 사용, test 최고 K를 선택한 것이 아님</a:t>
            </a:r>
          </a:p>
          <a:p>
            <a:r>
              <a:t>CIC2018 모든 K: 선택된 정책에서 호출과 채택 모두 0</a:t>
            </a:r>
          </a:p>
          <a:p>
            <a:r>
              <a:t>ToN 모든 K: 정책상 모든 표본에 선택 expert 한 개 호출, 모든 K개 expert를 호출한다는 뜻은 아님</a:t>
            </a:r>
          </a:p>
          <a:p>
            <a:r>
              <a:t>호출과 verifier 채택은 다르며 채택된 출력이 Global과 같은 클래스일 수 있음</a:t>
            </a:r>
          </a:p>
          <a:p>
            <a:r>
              <a:t>실험은 모든 expert 예측을 미리 저장해 정책을 평가했으므로 호출 수는 논리적 호출 수</a:t>
            </a:r>
          </a:p>
          <a:p>
            <a:r>
              <a:t>현재 값으로 sparse online latency를 측정했다고 주장하지 않음</a:t>
            </a:r>
          </a:p>
          <a:p>
            <a:r>
              <a:t>CIC의 호출 부재를 V 하나의 원인으로 단정하지 않으며 이번 발표에서는 원인 분석을 확장하지 않음</a:t>
            </a:r>
          </a:p>
          <a:p>
            <a:r>
              <a:t>별도의 S 제거/V 제거 기여 분리 실험은 이번 표에 포함하지 않음</a:t>
            </a:r>
          </a:p>
          <a:p>
            <a:r>
              <a:t>근거: tabpfn/results/20260930_exp63_k_sweep_s43/*/summary.csv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SOTA는 EXP61, 현재 모델은 EXP63 K=4 결과</a:t>
            </a:r>
          </a:p>
          <a:p>
            <a:r>
              <a:t>현재 모델 수치는 residual oracle 또는 expert별 test 최고값이 아니라 S/V 포함 최종 예측</a:t>
            </a:r>
          </a:p>
          <a:p>
            <a:r>
              <a:t>대표 설정 K=4를 사전에 사용했던 구성으로 유지, ToN test 최고 K=6을 골라 비교하지 않음</a:t>
            </a:r>
          </a:p>
          <a:p>
            <a:r>
              <a:t>첫 5개 방법만 Global C0의 정확히 같은 100,000 train ID 사용</a:t>
            </a:r>
          </a:p>
          <a:p>
            <a:r>
              <a:t>전체 train XGB는 CIC2018 8,666,430행, ToN 4,669,119행 사용</a:t>
            </a:r>
          </a:p>
          <a:p>
            <a:r>
              <a:t>현재 모델은 expert 구성과 S/V 학습을 위한 추가 라벨 데이터를 사용하므로 같은 100k 학습 예산의 SOTA 우위로 주장하지 않음</a:t>
            </a:r>
          </a:p>
          <a:p>
            <a:r>
              <a:t>Global/DistPFN은 v3, BoostPFN/LoCalPFN은 v1, backbone과 validation 사용도 동일하지 않음</a:t>
            </a:r>
          </a:p>
          <a:p>
            <a:r>
              <a:t>단일 seed이며 이미 관찰한 development holdout 결과</a:t>
            </a:r>
          </a:p>
          <a:p>
            <a:r>
              <a:t>근거: docs/research/20260930/exp61_report_data.json 및 exp63_capability_report_data.json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EXP61 측정 비용은 기존 SOTA 표의 실제 fit/predict/GPU 값을 그대로 사용</a:t>
            </a:r>
          </a:p>
          <a:p>
            <a:r>
              <a:t>단독 실행 latency 비교나 고유 속도 배수로 해석하지 않음</a:t>
            </a:r>
          </a:p>
          <a:p>
            <a:r>
              <a:t>GPU는 1초 간격 프로세스별 최대 사용량</a:t>
            </a:r>
          </a:p>
          <a:p>
            <a:r>
              <a:t>현재 모델은 offline으로 모든 expert 예측을 준비한 뒤 정책을 평가했으므로 실제 조건부 호출 비용은 미측정</a:t>
            </a:r>
          </a:p>
          <a:p>
            <a:r>
              <a:t>재사용 집계 작업의 3초 등은 모델의 학습·추론 시간으로 사용하지 않음</a:t>
            </a:r>
          </a:p>
          <a:p>
            <a:r>
              <a:t>ToN 100% 호출은 선택 expert 한 개를 호출하는 정책이며 4개 전부 호출이 아님</a:t>
            </a:r>
          </a:p>
          <a:p>
            <a:r>
              <a:t>근거: docs/research/20260930/exp61_report_data.json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후속 방법은 사용자 요청의 네 접근. 기존 EXP64–67 결과는 원본에 보존하되 이번 주장에 자동 채택하지 않는다. 세부 screening 조건과 방법 충실성 검토 후 사용 여부 판단. LITO: https://proceedings.iclr.cc/paper_files/paper/2024/file/5d54d2df6ec8f7b920aa0fec9a6d1b2e-Paper-Conference.pdf ; embedding: https://github.com/mlopezm/Supervised-contrastive-learning-over-prototype-label-embeddings ; ICD: https://arxiv.org/abs/2402.06971 (ICLR 2024 ME-FoMo workshop; not main conference). https://valthom.github.io/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확인 2026-10-02: 실제 수집 시간을 반드시 따를 필요 없음. 소수 라벨 확보 전후 적응 비교도 필수 아님. 목표는 전체 성능 개선이 아니라 소수 라벨 공격의 성능 개선. 본 순차 도입 흐름은 개념 설계안이며 구체 공격 순서·비율·구간 수는 미확정. EXP68을 채택하지 않음. 기본 분류 평가에서 attack은 소수 학습 라벨이 존재할 수 있으므로 나중에 test에 출현한다고 OOD는 아님. 라벨 수와 공격 도입 시점은 분리 통제. 향후 온라인 갱신을 추가할 경우에만 predict-before-label 및 라벨 지연을 엄수. 고정 context와 동일 표본에서는 평가 순서만 바꿔도 예측은 동일. 순차 시나리오는 구간별 혼합 조건의 평가이며 순서만으로 적응 효과를 주장하지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피드백 2026-10-02. 목표와 이미 입증된 결과를 분리한다. 새 공격은 첫 실험에서 반드시 unseen label이라는 뜻이 아니다. OOD는 후속 확장으로 정의. TabPFN의 희소 공격 성능 및 비용 우위는 아직 미검증. 최종 사용자 확인: 소수 라벨 확보 전후 적응은 필수 목표가 아님. EXP64–68을 합의된 연구 설계나 이번 발표의 주된 근거로 채택하지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XGBoost는 전체 재학습만 가능한 모델이 아님: https://xgboost.readthedocs.io/en/stable/python/examples/continuation.html . TabPFN context 변경은 backbone gradient update가 없지만 전처리, 캐시, calibration, validation 및 추론 비용은 발생. 학습형 임베딩·context 최적화는 별도 최적화 비용을 포함. 현재 EXP61의 shared-GPU 시간은 실제 온라인 갱신 비용의 증거가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EXP61 report_data and EXP63 K4 policy. K4 is the existing representative configuration, not test-best selection. Logical call rate applies the policy to cached expert predictions; it is not measured conditional latency. Full SOTA and per-expert class F1 are in the appendix. No claim that experts fail due solely to benign overlap or that a class is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고정 test EXP61/63 결과는 탐색 근거. 사용자 확인: 실제 timestamp와 소수 라벨 전후 적응 비교는 필수 아님. 희소 공격 탐지가 중심. 임의의 라벨 수/구간 수/효과 목표를 확정하지 않음. 문서 분업: raw results immutable, LaTeX selected evidence, decision log for claims/protocol revisions.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roceedings.iclr.cc/paper_files/paper/2024/file/5d54d2df6ec8f7b920aa0fec9a6d1b2e-Paper-Conference.pdf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mlopezm/Supervised-contrastive-learning-over-prototype-label-embeddings" TargetMode="External"/><Relationship Id="rId4" Type="http://schemas.openxmlformats.org/officeDocument/2006/relationships/hyperlink" Target="https://arxiv.org/abs/2402.06971" TargetMode="External"/><Relationship Id="rId5" Type="http://schemas.openxmlformats.org/officeDocument/2006/relationships/hyperlink" Target="https://valthom.github.io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연구 목표 · 라벨이 적은 공격을 잘 탐지하는 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01 연구 의도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제한된 context 안에서 희소 공격의 구분에 필요한 사례를 구성 · 클래스별 성능과 비용으로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11055096" cy="1024128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572768"/>
            <a:ext cx="10652760" cy="6583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공격의 라벨 사례가 적을 때, 무엇을 context에 담아야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Benign과 다른 공격 사이에서 그 공격을 더 잘 구분할 수 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43200"/>
            <a:ext cx="3502152" cy="171907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3502152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802636"/>
            <a:ext cx="3191256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대상 · 희소 공격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337560"/>
            <a:ext cx="3191256" cy="95097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학습 사례가 적은 공격의 탐지 개선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전체 클래스의 일률적 개선은 부차 목표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743200"/>
            <a:ext cx="3502152" cy="171907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743200"/>
            <a:ext cx="3502152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802636"/>
            <a:ext cx="3191256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제약 · 라벨과 메모리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337560"/>
            <a:ext cx="3191256" cy="95097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제한된 라벨 획득량과 context 크기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Context 구성·모델 학습·추론 비용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743200"/>
            <a:ext cx="3502152" cy="1719072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2743200"/>
            <a:ext cx="3502152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802636"/>
            <a:ext cx="3191256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보존 · 기존 탐지 능력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337560"/>
            <a:ext cx="3191256" cy="95097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Benign 오탐과 기존 공격 성능 확인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희소 공격 개선과 함께 평가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864608"/>
            <a:ext cx="11055096" cy="34747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아이디어: Global의 공통 사례 + 공격 구분에 필요한 전문 사례를 context로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94960"/>
            <a:ext cx="11055096" cy="48463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현재 확인: 고정 test에서 일부 클래스 개선     다음 검증: 희소 공격 성능과 구성·추론 비용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검증할 주장: 제한된 라벨·context 예산에서 희소 공격 탐지 개선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왜 TabPFN인가 · 적은 사례를 context로 활용하는 분류기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01 연구 의도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XGBoost는 강한 비교 기준 · TabPFN의 선택 근거는 사전학습 지식과 소수 context 사례의 활용 가능성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5394960" cy="2606040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44752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04188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XGBoost · 주어진 데이터로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39112"/>
            <a:ext cx="5029200" cy="168249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주어진 라벨 데이터로 결정 규칙 학습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현재 고정 test에서 강한 성능과 빠른 추론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희소 공격에서도 반드시 비교할 기준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444752"/>
            <a:ext cx="5394960" cy="2606040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7064" y="1444752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504188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TabPFN · 사례를 조건으로 추론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039112"/>
            <a:ext cx="5029200" cy="168249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사전학습된 backbone과 라벨 context로 추론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가중치 재학습 없이 사례 구성 변경 가능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적은 공격 사례의 효과적인 활용이 가설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70832"/>
            <a:ext cx="11055096" cy="1499616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517136"/>
            <a:ext cx="10652760" cy="34747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비교해야 할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001768"/>
            <a:ext cx="10652760" cy="71323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동일한 라벨 정보에서, 어떤 context 구성이 희소 공격의 구분을 돕는가?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XGBoost / Global TabPFN / 제안 context·expert 구성의 성능과 비용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TabPFN의 희소 공격 성능·비용 이점은 가설 · XGBoost와 동등한 정보로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동일 feature를 공유하는 클래스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03 데이터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행: 원래 라벨 · 열: 동일 feature의 다른 라벨 · 셀: 행 클래스 대비 비율 (%) · 정제 전 표본 수 내림차순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1344168"/>
            <a:ext cx="5394960" cy="2057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1344168"/>
            <a:ext cx="5394960" cy="2057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3557016"/>
            <a:ext cx="5394960" cy="2057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064" y="3557016"/>
            <a:ext cx="539496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797296"/>
            <a:ext cx="6537960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빈칸: 0%   ·: 1% 미만   회색: 동일 클래스   같은 행의 중복 집계로 합산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248" y="5843016"/>
            <a:ext cx="411480" cy="12801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71816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02752" y="5843016"/>
            <a:ext cx="411480" cy="128016"/>
          </a:xfrm>
          <a:prstGeom prst="rect">
            <a:avLst/>
          </a:prstGeom>
          <a:solidFill>
            <a:srgbClr val="9CC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6256" y="5843016"/>
            <a:ext cx="411480" cy="128016"/>
          </a:xfrm>
          <a:prstGeom prst="rect">
            <a:avLst/>
          </a:prstGeom>
          <a:solidFill>
            <a:srgbClr val="4B9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5843016"/>
            <a:ext cx="411480" cy="128016"/>
          </a:xfrm>
          <a:prstGeom prst="rect">
            <a:avLst/>
          </a:prstGeom>
          <a:solidFill>
            <a:srgbClr val="126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4" y="5843016"/>
            <a:ext cx="411480" cy="128016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9064" y="5815584"/>
            <a:ext cx="822960" cy="24688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Web attack: 1,764 + 432 − 중복 429 = 1,767행 제거 · 771행 잔존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정제 이후 클래스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03 데이터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전체 데이터 기준 (train + validation + test) · 정제 후 표본 수 내림차순 · 비중 단위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0744"/>
            <a:ext cx="5394960" cy="35661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56231"/>
          <a:ext cx="5394960" cy="29132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3584"/>
                <a:gridCol w="1261872"/>
                <a:gridCol w="1261872"/>
                <a:gridCol w="813816"/>
                <a:gridCol w="813816"/>
              </a:tblGrid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17,514,626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12,798,328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87.070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86.736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1,324,350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1,316,025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6.584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8.919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Bot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207,703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207,703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1.033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1.408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302,966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197,415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1.506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1.338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Brute force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575,194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188,414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2.859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1.277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Infiltration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188,152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46,761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0.935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0.317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Web attack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2,538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771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0.013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0.005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20,115,529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14,755,417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074920"/>
            <a:ext cx="5394960" cy="65836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5129784"/>
            <a:ext cx="5084064" cy="5029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Infiltration 75.1% 감소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Web attack 69.6% 감소 · 정제 후 771행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1380744"/>
            <a:ext cx="5394960" cy="35661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ToN-IoT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27064" y="1856231"/>
          <a:ext cx="5394960" cy="38843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3584"/>
                <a:gridCol w="1261872"/>
                <a:gridCol w="1261872"/>
                <a:gridCol w="813816"/>
                <a:gridCol w="813816"/>
              </a:tblGrid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16,792,214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6,446,120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61.018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59.646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XSS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2,834,435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1,670,497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10.299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15.457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Password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1,594,777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1,061,699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5.795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9.824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4,141,256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925,247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15.048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8.561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Injection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381,777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341,263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1.387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3.158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Backdoor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203,384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200,688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0.739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1.857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203,456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113,655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0.739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1.052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Scanning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1,358,977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39,069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4.938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0.362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MitM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6,013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5,446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0.022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0.050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Ransomware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3,971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3,604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0.014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27,520,260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10,807,288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 후에도 남는 클래스 불균형 · CIC2018 Web attack 771행, ToN Scanning 39,069행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Global과 residual expert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02 접근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학습 데이터의 역할 분리 · Global 구성 / Expert 구성 / S·V 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2004" bIns="3200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풀 · 공통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2004" bIns="3200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풀 · residual과 expert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2004" bIns="3200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Route 풀 · S/V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93392"/>
            <a:ext cx="11055096" cy="25603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오프라인 · 모델 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공통 context로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기본 분류기 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5496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입력 표현·예측 확률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정답과의 차이·오류 크기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군집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실패 특성에 따라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K개 군집으로 분할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2631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7496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공통 anchor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+ 군집별 특화 block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S/V 학습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Global·expert의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교정·훼손 사례 학습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87752" y="2944368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46320" y="2944368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04888" y="2944368"/>
            <a:ext cx="237743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63455" y="2944368"/>
            <a:ext cx="237745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3685032"/>
            <a:ext cx="11055096" cy="25603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온라인 · 입력별 예측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예측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기본 클래스 예측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25496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Scorer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Expert 선택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 여부 판단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4064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38927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추론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7216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선택한 context로 분류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42631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97496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Verifier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5783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Expert 예측의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채택 여부 판단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56064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최종 예측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채택 시 expert 예측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87752" y="4626864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846320" y="4626864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04888" y="4626864"/>
            <a:ext cx="237743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363455" y="4626864"/>
            <a:ext cx="237745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35908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53044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35908" y="5577840"/>
            <a:ext cx="6775704" cy="0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611612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5733288"/>
            <a:ext cx="11055096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 또는 채택 조건 미충족 → Global 예측 유지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Backbone 고정 · context로 expert 구성 · S/V로 예측 교체 여부 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첫 context 구성 실험 · 공통 anchor와 residual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04 현재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정제 CIC2018·ToN · seed 43 · Global 고정 · K = 2, 4, 6,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4864608" cy="427024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864608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40764"/>
            <a:ext cx="4553712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각 expert에 제공하는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" y="2167128"/>
            <a:ext cx="4334256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276856"/>
            <a:ext cx="4005072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공통 anchor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688336"/>
            <a:ext cx="4005072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모든 클래스의 기본 사례 · 클래스당 최대 2,000행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3310128"/>
            <a:ext cx="914400" cy="329184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" y="3767328"/>
            <a:ext cx="4334256" cy="1024128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3877056"/>
            <a:ext cx="4005072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군집별 특화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279392"/>
            <a:ext cx="4005072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Global 오류 양상과 입력 특성을 반영한 표본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056632"/>
            <a:ext cx="4242816" cy="39319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같은 TabPFN backbone · 서로 다른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1508760"/>
            <a:ext cx="5797296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K에 따른 expert 구성과 context 행 수 합계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24728" y="2048256"/>
          <a:ext cx="5797296" cy="2423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0432"/>
                <a:gridCol w="2313432"/>
                <a:gridCol w="2313432"/>
              </a:tblGrid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250,481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231,534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277,505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270,546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328,037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338,908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376,411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421,513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824728" y="4764024"/>
          <a:ext cx="5797296" cy="786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8528"/>
                <a:gridCol w="1929384"/>
                <a:gridCol w="1929384"/>
              </a:tblGrid>
              <a:tr h="39319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anchor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9319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 수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12,224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18,717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24728" y="5660136"/>
            <a:ext cx="5797296" cy="38404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합계에 expert별 anchor 반복 포함 · K별 총예산 상이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Residual block + anchor를 context 구성의 첫 비교 기준으로 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동일 test에서 비교한 Global과 expert의 분류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부록 · 현재 실험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4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K = 4 · 클래스별 F1 · test 표본 수 내림차순 · 파란 숫자: 표시값 기준 Global 대비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5394960" cy="33832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28800"/>
          <a:ext cx="5394960" cy="2839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005840"/>
                <a:gridCol w="621792"/>
                <a:gridCol w="621792"/>
                <a:gridCol w="621792"/>
                <a:gridCol w="621792"/>
                <a:gridCol w="621792"/>
              </a:tblGrid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표본 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e2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e3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e4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2,652,203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0.795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0.875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262,680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Bot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41,542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39,483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0.986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0.996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Brute force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37,696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Infiltration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8,742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0.288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0.229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0.027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0.018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0.023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Web attack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0.210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0.353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0.069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0.077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0.199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0.794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0.698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0.727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5216" y="4855464"/>
            <a:ext cx="5358384" cy="6583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Infiltration: 모든 expert에서 Global보다 낮은 F1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Web attack: e1의 test 개선, validation 확인에서는 미개선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389888"/>
            <a:ext cx="5394960" cy="33832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27064" y="1828800"/>
          <a:ext cx="539496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005840"/>
                <a:gridCol w="621792"/>
                <a:gridCol w="621792"/>
                <a:gridCol w="621792"/>
                <a:gridCol w="621792"/>
                <a:gridCol w="621792"/>
              </a:tblGrid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표본 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e2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e3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e4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1,474,302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0.922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0.912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0.909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0.920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XSS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343,854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0.830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0.825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0.834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Password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210,951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103,338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0.980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0.982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Injection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68,891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0.903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0.935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0.460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0.873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Backdoor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40,030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22,458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0.954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Scanning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6,029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0.616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0.564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0.761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0.660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MitM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1,161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0.132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0.052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Ransomware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709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0.121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0.094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0.106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0.132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0.117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0.680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0.715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0.723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0.665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0.730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5824728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각 expert가 같은 전체 test를 분류 · 다른 클래스에서 발생한 FP까지 포함한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ToN Scanning은 e1~e4 모두 test와 validation 확인에서 Global 대비 개선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S/V 적용 결과 · ToN 호출 활성화, CIC2018 호출 0건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부록 · 현재 실험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Seed 43 · validation에서 호출·채택 기준 선택 · 전체 test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53896"/>
            <a:ext cx="539496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984248"/>
          <a:ext cx="53949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1517904"/>
                <a:gridCol w="1389888"/>
                <a:gridCol w="1389888"/>
              </a:tblGrid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호출률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채택률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056632"/>
            <a:ext cx="5394960" cy="72237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184648"/>
            <a:ext cx="5102352" cy="4297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K = 2, 4, 6, 8 모두 Global 예측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1453896"/>
            <a:ext cx="539496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27064" y="1984248"/>
          <a:ext cx="53949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1517904"/>
                <a:gridCol w="1389888"/>
                <a:gridCol w="1389888"/>
              </a:tblGrid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호출률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채택률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0.6796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0.7636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5.26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0.7617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1.23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0.7677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4.09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0.7463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27064" y="5056632"/>
            <a:ext cx="5394960" cy="72237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5184648"/>
            <a:ext cx="5102352" cy="4297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K = 4 Scanning F1   0.0394 → 0.8587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07024"/>
            <a:ext cx="11055096" cy="24688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호출률: 정책상 expert 호출 표본 비율 · 채택률: expert 출력 수락 표본 비율 · 분모는 전체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 context 구성에서 데이터셋별 S/V 활성화 차이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정제 데이터의 SOTA와 현재 모델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부록 · 현재 실험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Seed 43 · 동일 정제 test · 대표 설정 K = 4 · Macro-F1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63624"/>
          <a:ext cx="11055096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4408"/>
                <a:gridCol w="1929384"/>
                <a:gridCol w="1929384"/>
                <a:gridCol w="3931920"/>
              </a:tblGrid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정보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TabPFN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0.6796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0.6983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BoostPFN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0.7148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0.5866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LoCalPFN · FT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0.7024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0.6462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DistPFN ·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0.7839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0.6682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· 전체 train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0.7795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0.7162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train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모델 · K = 4 · S+V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0.7617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+ Expert·Route 풀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522976"/>
            <a:ext cx="11055096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첫 5개 방법은 같은 100,000개 train ID 사용 · 전체 train XGB와 현재 모델은 추가 학습 데이터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16168"/>
            <a:ext cx="11055096" cy="26517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Global·DistPFN: v3 · BoostPFN·LoCalPFN: v1 · LoCalPFN은 미세조정 포함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 모델은 anchor + residual block의 예비 결과 · 동일 학습 예산의 비교와 구분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SOTA 측정 비용과 현재 모델의 호출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부록 · 현재 실험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RTX 4090 24GB · 최대 2개 작업 병렬 · 자원 경합을 포함한 경과 시간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63624"/>
          <a:ext cx="11055096" cy="3392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0632"/>
                <a:gridCol w="1408176"/>
                <a:gridCol w="1408176"/>
                <a:gridCol w="1408176"/>
                <a:gridCol w="1408176"/>
                <a:gridCol w="1325880"/>
                <a:gridCol w="1325880"/>
              </a:tblGrid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학습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추론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학습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추론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GPU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GiB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GPU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GiB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TabPFN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1,099.3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821.7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55.4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BoostPFN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98.5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2,308.5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97.8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1,737.6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LoCalPFN · FT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3,196.3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17,300.8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5,783.1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11,144.8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7.54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7.54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DistPFN ·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1,099.4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821.9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· 전체 train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107.8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143.2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2.20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1.59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102352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LoCalPFN: 학습에 validation, 추론에 검색 포함 · DistPFN: Global 계산과 prior 보정 포함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577840"/>
            <a:ext cx="11055096" cy="521207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0136"/>
            <a:ext cx="10725912" cy="33832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현재 모델 K = 4 · 정책상 호출률 CIC2018 0.00%, ToN 100.00% · 조건부 추론 시간 별도 측정 예정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Context 설계 후보 · 부족한 정보에 대한 가설부터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05 다음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Anchor + residual block은 하나의 출발점 · 같은 라벨·메모리 예산에서 구성 요소의 역할을 확인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81328"/>
          <a:ext cx="11055096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069080"/>
                <a:gridCol w="4654296"/>
              </a:tblGrid>
              <a:tr h="676656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접근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검증할 가설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확인할 변화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676656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  Benign 다양화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정상 트래픽의 여러 동작을 대표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공격 recall 유지 시 Benign 오탐 감소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  Tail 합성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희소 공격의 관측 범위를 보완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동일 개수 실제 사례·단순 복제와 비교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676656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  표현 학습·임베딩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유사한 입력에서도 클래스 구분 강화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원본 feature 대비 분리력과 추가 학습 비용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  Context 최적화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적은 행에 유용한 정보를 집중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동일 context 크기의 선택 방식과 비교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084064"/>
            <a:ext cx="11055096" cy="33832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2  LITO (ICLR 2024)   ·   3  Supervised contrastive prototype embedding   ·   4  In-context data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596128"/>
            <a:ext cx="11055096" cy="38404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표현 학습·합성·최적화의 비용도 합산 · 성능이 오른 이유를 분리할 수 있는 비교 조건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가설 → 정보·비용을 통제한 비교 → 효과 확인의 순서로 context 설계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평가 방향 · 공격을 순차적으로 도입해 희소 공격 탐지 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05 다음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설계안 · 공격 도입 순서·혼합 비율을 통제 · 보유 라벨 수와 context 갱신 여부는 별도 설정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2606040" cy="157276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260604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40764"/>
            <a:ext cx="229514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초기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093976"/>
            <a:ext cx="2331720" cy="7589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Benign과 일부 공격이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함께 존재하는 트래픽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1984248"/>
            <a:ext cx="182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81328"/>
            <a:ext cx="2606040" cy="157276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81328"/>
            <a:ext cx="260604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540764"/>
            <a:ext cx="229514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공격 도입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93976"/>
            <a:ext cx="2331720" cy="7589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라벨이 적은 공격이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순차적으로 출현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1984248"/>
            <a:ext cx="182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481328"/>
            <a:ext cx="2606040" cy="157276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481328"/>
            <a:ext cx="260604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40764"/>
            <a:ext cx="229514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혼합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093976"/>
            <a:ext cx="2331720" cy="7589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기존·신규 도입 공격의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혼합 비율 변화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1984248"/>
            <a:ext cx="182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5984" y="1481328"/>
            <a:ext cx="2606040" cy="157276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15984" y="1481328"/>
            <a:ext cx="260604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1540764"/>
            <a:ext cx="229514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성능 관찰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093976"/>
            <a:ext cx="2331720" cy="7589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공격별 탐지와 오탐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기존 공격 성능 추적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401568"/>
            <a:ext cx="5394960" cy="2423160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401568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3461004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먼저 볼 것 · 라벨이 적은 공격의 구분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005072"/>
            <a:ext cx="5029200" cy="161848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동일한 학습 정보·공격 도입 순서로 비교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공격별 Precision / Recall / F1과 Benign 오탐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구간별 혼합 조건의 영향 확인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Context 갱신 여부는 별도 설계 항목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27064" y="3401568"/>
            <a:ext cx="5394960" cy="2423160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7064" y="3401568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461004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후속 확장 · OOD와 새로운 공격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4005072"/>
            <a:ext cx="5029200" cy="161848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평가 흐름에 뒤늦게 등장한 공격과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학습에 없던 공격은 서로 다른 조건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먼저 소수 라벨 조건의 탐지 성능 검증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이후 미지 공격·분포 밖 입력으로 확장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평가의 중심은 희소 공격 탐지 · 순차 도입과 온라인 갱신은 별도 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현재 근거 · residual context는 일부 공격에서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04 현재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정제 데이터 · 고정 test · seed 43 · 대표 K = 4 · 순차 공격 도입 시나리오는 아직 설계 단계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99616"/>
          <a:ext cx="11055093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911095"/>
                <a:gridCol w="1911095"/>
                <a:gridCol w="1911095"/>
                <a:gridCol w="2002536"/>
                <a:gridCol w="1993392"/>
              </a:tblGrid>
              <a:tr h="548640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 100k F1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F1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모델 F1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호출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출력 채택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548640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0.6983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0.6796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0.7617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1.23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310128"/>
            <a:ext cx="11055096" cy="29260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F1은 Macro-F1 · 현재 모델은 expert/route 추가 학습 데이터 사용 · 같은 100k 예산의 우위 주장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22191"/>
            <a:ext cx="5394960" cy="177393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822191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881628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관찰 · 무엇이 달라졌나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43984"/>
            <a:ext cx="5029200" cy="10058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ToN Scanning F1: 0.0394 → 0.8587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CIC2018: 호출 0건으로 Global 예측 유지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모든 tail의 개선을 확인한 상태는 아님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3822191"/>
            <a:ext cx="5394960" cy="177393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3822191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881628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다음 질문 · 어떤 정보가 필요한가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4443984"/>
            <a:ext cx="5029200" cy="10058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공통·전문 사례의 구성으로 얻은 개선인가?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라벨이 적은 다른 공격에도 효과가 있는가?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Benign 오탐과 구성·추론 비용의 변화는?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 결과는 context 구성 연구의 출발점 · 희소 공격 전반의 개선은 추가 검증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다음 단계 · 희소 공격 개선이라는 주장에 맞춰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05 다음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핵심 주장 후보: 제한된 라벨·context 예산에서 희소 공격을 더 잘 구분하고 기존 탐지 능력 유지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36192"/>
          <a:ext cx="11055096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3160"/>
                <a:gridCol w="8631936"/>
              </a:tblGrid>
              <a:tr h="69494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순서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확인할 내용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69494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① 목표와 조건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 희소 공격·보유 라벨 수·순차 도입 방식·context 예산 정의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② 단순 비교부터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라벨 데이터로 XGB / Global / 제안 context 구성 비교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69494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③ 제안의 역할 확인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Context 구성의 기여 확인 후 expert·S/V 기여 분리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④ OOD 확장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분포·미지 공격의 인지와 라벨 확보 후 적응을 분리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367528"/>
            <a:ext cx="11055096" cy="60350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468112"/>
            <a:ext cx="10652760" cy="4023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판단 기준: 라벨이 적은 어떤 공격을 더 잘 구분하며, 오탐과 기존 성능을 보존하는 데 드는 비용은?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주장 → 희소 공격 중심 평가 → 구성 요소 기여 확인 → OOD 확장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10월 2일 랩미팅 · 희소 공격 탐지를 위한 context 설계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2026-10-02 intent revision: Korean only; EXP61/63 exploratory evidence; temporal protocol draft, OOD extension; EXP68 not adopted.</dc:description>
</cp:coreProperties>
</file>