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trained on more than 8 trillion tokens. This is a token count, not a number of synthetic datasets; total dataset count is not specified in the report. Fine-tuning procedure: installed official TabPFN 8.2.0, https://github.com/PriorLabs/TabPFN/blob/main/src/tabpfn/finetuning/finetuned_base.py. Latest user design: one initial IDS weight fine-tune, then freeze weights and change context. This has not been evaluated by EXP76. With the attention-weighted one-hot decoder, old class labels need representation in inference context even after weight fine-tuning; a new-class-only context does not by itself retain the old output label space. That arm needs a controlled context coverage design before an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are newly released labelled training examples in EXP76, not test support. Display stages 1..N map to saved stage IDs 0..N-1. Ordered by arrival stage, descending sample count within stage. Same-stage ties are display order only. New proposed initial weight fine-tuning uses stage 1; existing EXP76 results on slide 6 do not implement that step. 1014 has the same class arrival order but a separate 100,000-label budget. Cumulative train/context sizes and held-out test totals are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EXP76 measured results: tabpfn/results/v7/exp76/20261015_212937_context1000_new100_s43_1c62d14c/results.json. Frozen pretrained checkpoint, no initial IDS parameter fine-tuning. This is a preliminary context-policy comparison, not a result for the proposed initial-fine-tuned setting. Same full held-out test, instant-ready replay, seed 43, batch 8192. Initial context 1000 and 100 new labels per new class. Update total excludes initial build and inference. All values plotted directly; validation file verifies 16 jobs. BoostPFN/DistPFN results remain in source; slide 6 focuses on requested a/b/c with XGB. Saved prediction totals show PFN inference is substantially more costly than XGB, so update-time savings are not claimed as total cost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EXP73 all 24 dataset/case/model jobs: tabpfn/results/v7/exp73/20261014_154250_replay_current_sota_100k_s43_b0f8a9dc/results.json. Both natural and uniform within-attack training allocations shown, not test balancing. Macro-F1 from ideal (instant-ready) replay. Costs summed from stage_1 onward fit_metrics.json, excluding initial construction and query inference. Same class arrival sequence as slide 5, different labelled sample budget, final train 100000. TabPFN reconstructs cumulative context; XGB retrains; current proposed model rebuilds Global/expert/S/V; LoCalPFN performs its original v1 fine-tuning/retrieval. Therefore do not attribute all SOTA costs to ordinary context rebuilding. Cost dots use a logarithmic axis to preserve visibility of LoCalPFN while printing every actual value. Existing test/seed43/batch1024. No direct improvement claim against EXP76 with changed sample budget and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초기 IDS로 1회 fine-tuning → 가중치 고정 → 신규 context 입력 / 누적 / 버퍼 교체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0">
                <a:solidFill>
                  <a:srgbClr val="65717D"/>
                </a:solidFill>
                <a:latin typeface="Pretendard"/>
                <a:ea typeface="Pretendard"/>
              </a:rPr>
              <a:t>소규모 설정 · 단계별 신규 라벨 공급 수 · 같은 단계 안에서는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65717D"/>
                </a:solidFill>
                <a:latin typeface="Pretendard"/>
                <a:ea typeface="Pretendard"/>
              </a:rPr>
              <a:t>평가: 별도 test 전체 · CIC2018 3,042,473개 / ToN 2,271,723개 · 버퍼 유지 시 1,000개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0">
                <a:solidFill>
                  <a:srgbClr val="65717D"/>
                </a:solidFill>
                <a:latin typeface="Pretendard"/>
                <a:ea typeface="Pretendard"/>
              </a:rPr>
              <a:t>초기 IDS fine-tuning 미적용 사전 비교 · 초기 1,000개 + 신규 클래스당 100개 · seed 43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전체 추론은 별도: 누적 PFN 98.33 / 75.80초, XGB 1.26 / 1.40초 (CIC2018 / ToN)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1014 결과 · 누적 10만 사례와 SOTA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최종 학습 100,000개 · 동일 test · 초기 구축 제외 갱신 합계 · TabPFN은 매 단계 누적 context 재구성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325880"/>
            <a:ext cx="1243584" cy="25603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748695"/>
                </a:solidFill>
                <a:latin typeface="Pretendard"/>
                <a:ea typeface="Pretendard"/>
              </a:rPr>
              <a:t>● 자연 배분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1325880"/>
            <a:ext cx="5303520" cy="25603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007BC6"/>
                </a:solidFill>
                <a:latin typeface="Pretendard"/>
                <a:ea typeface="Pretendard"/>
              </a:rPr>
              <a:t>● 균등 배분 (공격 클래스 내)</a:t>
            </a:r>
          </a:p>
        </p:txBody>
      </p:sp>
      <p:pic>
        <p:nvPicPr>
          <p:cNvPr id="8" name="Picture 7" descr="historical_sota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27632"/>
            <a:ext cx="11704320" cy="4617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