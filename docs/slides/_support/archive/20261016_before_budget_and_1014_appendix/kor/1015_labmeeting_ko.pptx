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5"/>
    <p:sldId id="260" r:id="rId4"/>
    <p:sldId id="261" r:id="rId3"/>
    <p:sldId id="26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title. Rephrase the user intent into concise presentation language instead of copying their draft. Adaptation to changing networks motivates the research; current class-arrival tests do not establish network-drift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https://arxiv.org/pdf/2605.13986 §2.5, PDF page 10: more than 8 trillion tokens, not datasets. Official TabPFN 8.2.0: https://github.com/PriorLabs/TabPFN/blob/main/src/tabpfn/finetuning/finetuned_base.py. EXP77 actually fine-tunes the initial IDS data using AdamW, learning rate 1e-5, 10 fixed epochs, context/query cross-entropy; then freezes weights. The v3 decoder weights context one-hot labels, so old-class examples remain necessary in the inference context. Validation is inside the 1000 revealed-label budget; no test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Figure 5, https://arxiv.org/pdf/2605.13986#page=6. Native PPTX crop excludes the original caption. Labels and source remain in speaker notes. First three stages: feature grouping/cell embedding; target-aware column distribution embedding; row-level feature aggregation. Plain language deliberately omits implementation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Figure 5, https://arxiv.org/pdf/2605.13986#page=6; no visible caption by user request. ICL attends to training/context keys; many-class decoder uses attention-weighted one-hot context labels. This is learned contextual relevance, not merely raw-feature nearest-neighbour distance. Context determines available class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EXP77 uses the same released IDs as EXP76. Initial IDS weight fine-tuning: fixed 10 epochs, AdamW, lr 1e-5; initial internal feature-group validation only. Subsequent context policies freeze the initial checkpoint; repeated FT is a separate control. XGB cumulatively retrains. Proposed model uses five feature-disjoint roles within the SAME total label budget, original pretrained backbone to keep calibration labels outside weight training. Stage order chronological, within-stage sample counts descending. Main score is the FINAL state on ALL held-out rows, not pooled stage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EXP77 final-model full-test results: tabpfn/results/v7/exp77/20261015_230535_initialft10_finalfull_s43_2eb2237d/results.json. Two displayed methods: XGB cumulative retraining from scratch at every stage and original pretrained TabPFN with cumulative context, no IDS fine-tuning. Initial-FT results are retained in EXP77/EXP78, removed from slides 6 and 7 at user request. Slide 6 alone reports later-stage update cost: GPU-synchronized context selection + model construction + fit summed AFTER the initial stage; initial preparation and all inference excluded. Single seed 43. A separate EXP78 label-budget artifact covers 100/50/20/10 new examples per class, with initial 1000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EXP77 released-label budget: CIC2018 1400 / ToN 1700, including all internal validation and calibration. Only final full-test Macro-F1 is displayed; all cost panels and initial-FT baseline removed per user request. Existing K=4 anchor/residual + S1V0 proposed model uses original pretrained weights and global/expert/route/tune/cal roles within that total budget. Both datasets have zero expert calls in the final evaluation, so this is a diagnosed current configuration, not demonstrated ensemble improvement. Candidate expert corrections changed correctness on at most 0/4 calibration rows (CIC2018/ToN), below the existing 30-case requirement. Next diagnostic controls are a single PFN with identical Global context and adjustment of shared anchors/expert-specific allocation; do not retune thresholds on test. BoostPFN is the existing 50-learner port. DistPFN uses original pretrained v3 without IDS FT and current-query-batch posterior adjustment; no query labels. Historical 1014 results have a different 100k budget and pooled replay evaluation and are not inserted into the current final-state comparison. Source: tabpfn/results/v7/exp78/20261016_005435_noft_dist_new100_50_20_10_s43_52588487/dist_results.json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600200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고정된 환경의 분류 정확도를 넘어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0">
                <a:solidFill>
                  <a:srgbClr val="21262E"/>
                </a:solidFill>
                <a:latin typeface="Pretendard"/>
                <a:ea typeface="Pretendard"/>
              </a:rPr>
              <a:t>변화하는 네트워크에서의 적응성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822191"/>
            <a:ext cx="10497312" cy="12801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사전학습 TabPFN을 활용한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3100" b="1">
                <a:solidFill>
                  <a:srgbClr val="007BC6"/>
                </a:solidFill>
                <a:latin typeface="Pretendard"/>
                <a:ea typeface="Pretendard"/>
              </a:rPr>
              <a:t>소량 라벨·저비용 탐지 모델 갱신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306C"/>
                </a:solidFill>
                <a:latin typeface="Pretendard"/>
                <a:ea typeface="Pretendard"/>
              </a:rPr>
              <a:t>TabPFN · 표 데이터 예측 규칙을 사전학습한 모델 (v3: arXiv,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사전학습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280160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합성 표 데이터의 8조 개 이상 토큰으로 학습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일부 행의 정답을 맞히며 표 데이터의 예측 규칙 습득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0592"/>
            <a:ext cx="246888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In-context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450592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라벨된 사례(context)를 참고해 새 flow(query)의 라벨 예측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추론 중 모델 가중치는 그대로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21024"/>
            <a:ext cx="2468880" cy="4572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621024"/>
            <a:ext cx="8366760" cy="9144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초기 IDS를 context와 query로 나눠 query의 정답 예측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예측 오류를 역전파해 모델 가중치를 IDS에 맞게 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10899648" cy="1024128"/>
          </a:xfrm>
          <a:prstGeom prst="roundRect">
            <a:avLst>
              <a:gd name="adj" fmla="val 30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5074920"/>
            <a:ext cx="105156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>
                <a:solidFill>
                  <a:srgbClr val="00306C"/>
                </a:solidFill>
                <a:latin typeface="Pretendard"/>
                <a:ea typeface="Pretendard"/>
              </a:rPr>
              <a:t>갱신: 사전학습 가중치 유지 → 기존 클래스 사례 보존 + 신규 사례 누적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541264"/>
            <a:ext cx="10515600" cy="31089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0">
                <a:solidFill>
                  <a:srgbClr val="007BC6"/>
                </a:solidFill>
                <a:latin typeface="Pretendard"/>
                <a:ea typeface="Pretendard"/>
              </a:rPr>
              <a:t>기대: 반복 재학습과 비슷한 탐지 품질을 더 적은 데이터·갱신 비용으로 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2801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① 입력 변환 · Cell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1819655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패킷 길이·지속시간 등의 값을 숫자 벡터로 변환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값이 비어 있는 위치도 함께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2907792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② 특징별 분포 파악 · Feature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3447288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여러 flow를 살펴 각 특징의 값 분포를 요약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Context의 정상·공격 라벨도 함께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4535424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③ Flow별 정보 통합 · Feature 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5074920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한 flow의 여러 특징을 하나의 표현으로 통합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이 표현을 이용해 flow 사이의 관계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pic>
        <p:nvPicPr>
          <p:cNvPr id="5" name="Picture 4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621792" y="987552"/>
            <a:ext cx="3657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81728" y="1591056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④ 사례 참조 · In-context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2130552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새 flow(query)가 라벨된 기존 사례(context)를 참조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어떤 사례가 예측에 도움이 되는지 attention으로 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3794760"/>
            <a:ext cx="6876288" cy="43891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⑤ 확률 출력 · Many-class decoder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4334256"/>
            <a:ext cx="6839712" cy="77724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관련성이 큰 사례의 라벨에 더 큰 가중치 부여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참고한 라벨을 모아 정상·공격별 확률 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5431536"/>
            <a:ext cx="6839712" cy="585216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900" b="1">
                <a:solidFill>
                  <a:srgbClr val="007BC6"/>
                </a:solidFill>
                <a:latin typeface="Pretendard"/>
                <a:ea typeface="Pretendard"/>
              </a:rPr>
              <a:t>기존 클래스도 분류하려면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900" b="1">
                <a:solidFill>
                  <a:srgbClr val="007BC6"/>
                </a:solidFill>
                <a:latin typeface="Pretendard"/>
                <a:ea typeface="Pretendard"/>
              </a:rPr>
              <a:t>해당 라벨의 context 유지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평가시나리오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347472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초기 1,000개 · 신규 공격당 100개 누적 · 단계순, 단계 내 표본 수 내림차순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CIC2018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1837943"/>
          <a:ext cx="5175504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21992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신규 공개 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클래스별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누적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 force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 attacks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371600"/>
            <a:ext cx="5257800" cy="36576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ToN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837943"/>
          <a:ext cx="5175504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221992"/>
                <a:gridCol w="1115568"/>
                <a:gridCol w="1243584"/>
              </a:tblGrid>
              <a:tr h="39319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신규 공개 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클래스별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누적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98755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750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125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1,300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Backdoor</a:t>
                      </a:r>
                    </a:p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1,600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84632"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ct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27432" rIns="27432" tIns="22860" bIns="22860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Aft>
                          <a:spcPts val="300"/>
                        </a:spcAft>
                      </a:pPr>
                      <a:r>
                        <a:rPr sz="155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6108192"/>
            <a:ext cx="10927080" cy="24688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50" b="0">
                <a:solidFill>
                  <a:srgbClr val="65717D"/>
                </a:solidFill>
                <a:latin typeface="Pretendard"/>
                <a:ea typeface="Pretendard"/>
              </a:rPr>
              <a:t>최종 상태로 전체 test 평가 · CIC2018 3,042,473개 / ToN 2,271,723개 · seed 43 단일 실행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50976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50" b="0">
                <a:solidFill>
                  <a:srgbClr val="65717D"/>
                </a:solidFill>
                <a:latin typeface="Pretendard"/>
                <a:ea typeface="Pretendard"/>
              </a:rPr>
              <a:t>최종 상태 전체 test 평가 · XGB: 누적 재학습 · TabPFN: FT 없이 누적 context 갱신</a:t>
            </a:r>
          </a:p>
        </p:txBody>
      </p:sp>
      <p:pic>
        <p:nvPicPr>
          <p:cNvPr id="6" name="Picture 5" descr="small_contex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1344168"/>
            <a:ext cx="116586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62472"/>
            <a:ext cx="1097280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비용: 2단계 이후 갱신 합계 · 초기 준비·추론 제외 · 두 데이터셋 동일 비용 눈금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65176"/>
            <a:ext cx="11064240" cy="658368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제안 모델·SOTA 성능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11712" y="6483096"/>
            <a:ext cx="365760" cy="22860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32688"/>
            <a:ext cx="10972800" cy="329184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0">
                <a:solidFill>
                  <a:srgbClr val="65717D"/>
                </a:solidFill>
                <a:latin typeface="Pretendard"/>
                <a:ea typeface="Pretendard"/>
              </a:rPr>
              <a:t>동일 라벨 예산: CIC2018 1,400개 / ToN 1,700개 · 최종 상태 전체 test 평가</a:t>
            </a:r>
          </a:p>
        </p:txBody>
      </p:sp>
      <p:pic>
        <p:nvPicPr>
          <p:cNvPr id="6" name="Picture 5" descr="small_sota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417320"/>
            <a:ext cx="11704320" cy="4197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" y="6035040"/>
            <a:ext cx="10972800" cy="274320"/>
          </a:xfrm>
          <a:prstGeom prst="rect">
            <a:avLst/>
          </a:prstGeom>
          <a:noFill/>
        </p:spPr>
        <p:txBody>
          <a:bodyPr wrap="square" anchor="ctr" lIns="27432" rIns="27432" tIns="22860" bIns="22860">
            <a:no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65717D"/>
                </a:solidFill>
                <a:latin typeface="Pretendard"/>
                <a:ea typeface="Pretendard"/>
              </a:rPr>
              <a:t>TabPFN·DistPFN: FT 없음 · 제안 모델: 두 데이터셋 모두 expert 호출 0건, Global만 사용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운영을 위한 TabPFN 활용</dc:title>
  <dc:subject>데이터 검토, anchor와 residual context, expert 및 S/V 결과, SOTA, 후속 context 접근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Korean only. Simplified motivation, arrival evidence near the opening, data cleaning, static model performance/cost, system-level follow-up.</dc:description>
</cp:coreProperties>
</file>