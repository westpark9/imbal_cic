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The archived initial-FT ablation in EXP77 uses AdamW, learning rate 1e-5, 10 fixed epochs, context/query cross-entropy; current displayed PFN results use no IDS FT.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Displayed XGB and no-FT PFN use the same released IDs as EXP76/77. XGB cumulatively retrains; PFN retains original pretrained weights and cumulative context. Initial and repeated IDS FT ablations remain in the experiment archive and are not shown. Proposed model uses five feature-disjoint roles within the SAME total label budget, original pretrained backbone to keep calibration labels outside weight training. Stage order chronological, within-stage sample counts descending. Main score is the FINAL state on ALL held-out rows, not pooled stage predictions.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Two displayed methods: XGB cumulative retraining from scratch at every stage and original pretrained TabPFN with cumulative context, no IDS fine-tuning. Initial-FT results are retained in EXP77/EXP78, removed from slides 6 and 7 at user request. Slide 6 alone reports later-stage update cost: GPU-synchronized context selection + model construction + fit summed AFTER the initial stage; initial preparation and all inference excluded. Single seed 43. A separate EXP78 label-budget artifact covers 100/50/20/10 new examples per class, with initial 1000 fixed.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EXP77 released-label budget: CIC2018 1400 / ToN 1700, including all internal validation and calibration. Only final full-test Macro-F1 is displayed; all cost panels and initial-FT baseline removed per user request. Existing K=4 anchor/residual + S1V0 proposed model uses original pretrained weights and global/expert/route/tune/cal roles within that total budget. Both datasets have zero expert calls in the final evaluation, so this is a diagnosed current configuration, not demonstrated ensemble improvement. Candidate expert corrections changed correctness on at most 0/4 calibration rows (CIC2018/ToN), below the existing 30-case requirement. Next diagnostic controls are a single PFN with identical Global context and adjustment of shared anchors/expert-specific allocation; do not retune thresholds on test. BoostPFN is the existing 50-learner port. DistPFN uses original pretrained v3 without IDS FT and current-query-batch posterior adjustment; no query labels. The appendix separately evaluates the saved large-data final model on the same complete test; its training and validation budgets differ from this small-data comparison. Source: tabpfn/results/v7/exp78/20261016_005435_noft_dist_new100_50_20_10_s43_52588487/dist_results.json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EXP78 and EXP80. Initial 1000 fixed (Benign750 + two attacks125 each), seed43 once, no IDS FT. EXP80 preserves the original 100 incoming IDs and appends nested 200/400 samples; Web attacks availability 450 limits the shared budget. Final models predict the complete held-out test. EXP81 aligns query composition and audits row-wise prediction reuse. Varying new-class counts also changes class priors. Sources: tabpfn/results/v7/exp78/20261016_005435_noft_dist_new100_50_20_10_s43_52588487 and tabpfn/results/v7/exp80/20261016_022614_new200_400_noft_s43_c6f6ea24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EXP79/81 inference-only reevaluation: immutable saved EXP72/73 FINAL stage model states, no retraining or threshold retuning. Complete test, mixed query batch8192, identical final-state evaluation convention to main slides. DistPFN adjusts current completed query-batch posterior only, without query labels. No synthetic arrival rate, queue or update delay in these scores. Five methods; LoCalPFN omitted under prior user scope because of slow inference. Separate validation remains available to proposed model, so total label budgets differ from small-data setup beyond training size. BoostPFN v1; other PFN models v3. tabpfn/results/v7/exp81/20261016_025421_mixed_query_final_s43_b6ba1d34/results.json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갱신: 사전학습 가중치 유지 → 기존 클래스 사례 보존 + 신규 사례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기존 클래스도 분류하려면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해당 라벨의 context 유지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초기 1,000개 · 신규 공격당 100개 누적 · 단계순, 단계 내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전체 test: CIC2018 3,042,473개 / ToN 2,271,723개 · 최종 모델 · seed 43 혼합 순서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최종 상태 전체 test 평가 · XGB: 누적 재학습 · TabPFN: FT 없이 누적 context 갱신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비용: 2단계 이후 갱신 합계 · 초기 준비·추론 제외 · 두 데이터셋 동일 비용 눈금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제안 모델·SOTA 성능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동일 라벨 예산: CIC2018 1,400개 / ToN 1,700개 · 최종 상태 전체 test 평가</a:t>
            </a:r>
          </a:p>
        </p:txBody>
      </p:sp>
      <p:pic>
        <p:nvPicPr>
          <p:cNvPr id="6" name="Picture 5" descr="small_sota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17320"/>
            <a:ext cx="11704320" cy="4197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35040"/>
            <a:ext cx="1097280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TabPFN·DistPFN: FT 없음 · test를 8,192개씩 혼합 평가 · 제안 모델 expert 호출 0건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신규 공격 표본 수에 따른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초기 1,000개 고정 · 신규 공격당 10·20·50·100·200·400개 · 최종 상태 전체 test · seed 43</a:t>
            </a:r>
          </a:p>
        </p:txBody>
      </p:sp>
      <p:pic>
        <p:nvPicPr>
          <p:cNvPr id="6" name="Picture 5" descr="label_budge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81328"/>
            <a:ext cx="1170432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650992"/>
            <a:ext cx="10881360" cy="50292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00306C"/>
                </a:solidFill>
                <a:latin typeface="Pretendard"/>
                <a:ea typeface="Pretendard"/>
              </a:rPr>
              <a:t>신규 공격 400개 · XGB 대비 TabPFN 차이: CIC2018 +0.60%p · ToN +2.56%p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CIC2018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15,000개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2,518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2,403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19,921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24,820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16,780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51,701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44,730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450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66,710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60,180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82,351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80,090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2,649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8,211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8,047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12,500개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644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13,312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18,212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5,785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1,899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33,496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36,424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6,009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52,005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9,308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73,813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67,136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1,136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2,857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2,151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87,469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84,644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개의 최종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최종 모델로 전체 test 평가 · Macro-F1 (%) · 학습 10만 개 + 별도 검증</a:t>
            </a:r>
          </a:p>
        </p:txBody>
      </p:sp>
      <p:pic>
        <p:nvPicPr>
          <p:cNvPr id="6" name="Picture 5" descr="large_fin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53312"/>
            <a:ext cx="11704320" cy="4690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99048"/>
            <a:ext cx="10972800" cy="21945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본문과 동일 test·혼합 순서·최종 상태 평가 · 학습·검증 예산 상이 · BoostPFN v1, 나머지 PFN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