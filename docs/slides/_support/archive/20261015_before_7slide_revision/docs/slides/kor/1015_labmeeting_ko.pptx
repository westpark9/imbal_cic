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item 0 precedes the TabPFN explanation. Network changes are the operational motivation, not a new cross-dataset experiment or an established robustness result. ICD Introduction motivates pretraining and transfer in tabular prediction; its §4 tuned-XGB comparison is historical benchmark evidence, not a universal conclusion about v3. https://arxiv.org/pdf/2402.06971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PFN = Prior-data Fitted Network. Context is labelled task data, not a natural-language prompt. PriorLabs TabPFN-3 report §2; local architecture and classifier implementation. https://arxiv.org/pdf/2605.13986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schema, no fabricated performance values. Context rows and held-out query rows remain distinct. Classification output labels are those represented by the fitted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saved checkpoint config inspected with torch.load. Parameters counted and hashed in docs/research/20261015/tabpfn_fit_mechanism_check.json. Version 8.2.0 is the installed library, not the model generation. Local checkpoint: tabpfn/tabpfn-v3-classifier-v3_20260417_multiclass.ckpt. Model report Appendix C; support ceilings are not measured IDS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Redrawn from local architectures/tabpfn_v3.py TabPFNV3 docstring and forward path, with report Figure 5 as architecture cross-check. Local checkpoint: feature_group_size=3, dist_embed_num_blocks=3, feat_agg_num_blocks=3, feat_agg_num_cls_tokens=4. https://arxiv.org/pdf/2605.13986#page=6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ICLTransformerBlock uses train-only keys; ManyClassDecoder uses train representations and one-hot labels. Report §§2.1–2.2, Figure 5. The actual checkpoint has max_num_classes=160; this is a checkpoint constraint even though decoder weights are independent of class count. No unlabeled novel-class naming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1014: scripts/v7/exp72/replay_models.py fit_stage calls TabPFNClassifier.fit, using get_model in exp71_bounded_updates.py. fit_with_cache builds context-dependent state and predict reuses it. Actual parameter SHA-256 unchanged after 1000→1020 fit: see mechanism check. The current library does not incrementally append 20 rows to the old cached state in this experiment. Report §2.4.2 distinguishes cache build vs cached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TabPFNClassifier versus FinetunedTabPFNClassifier in installed official 8.2.0 source. ICD optimizes input context features through a frozen model, as Ma et al. 2024. 1014 ordinary PFN used row 1; EXP75 used context-feature optimization; EXP74 trained external classification heads and is not the user-referenced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v3 report describes architecture and variants but is not a detailed task-specific fine-tuning tutorial. Procedure here is grounded in the installed official finetuning/finetuned_base.py and finetuned_classifier.py. Cross entropy over query labels; AdamW; explicit independent validation; final inference classifier fits X_, y_. https://github.com/PriorLabs/TabPFN/blob/main/src/tabpfn/finetuning/finetuned_classifier.py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configuration only, not a new quality result. Pin checkpoint with extra_classifier_kwargs[model_path]. Use epochs=10, learning_rate=1e-5, context+query=1024, query ratio=.2, one estimator as an initial engineering smoke configuration, not a tuned best setting. Validation supplied separately; no test tuning. Official repository recommends high-memory GPU for its 50k example, so batch/context size must be validated on this 24GB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clarified 1000 and 20 were examples, not required sample counts. Ordinary classifier supports a newly represented class through labels in context. A naive FinetunedTabPFNClassifier.fit on a single new class is not equivalent to old-context-plus-new-class training: its train/context label space and validation differ. New-query-only gradients with old context retained need a separate controlled training loop and old-class retention validation; not silently substituted into this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includes selection/similarity/preprocessing/context cache or model fitting. Initial load distinguished. Serving includes actual input gathering/preprocessing/inference. Hardware and estimator/batch settings fixed within experiment; no speed comparison across incompatible workloads. Use initial + sum updates + serving(Q), not fit time alone. No monetary or energy measurement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STAGES inherited from exp69; 1014 EXP72 test partition shares full clean test rows. Sequence describes class availability, not raw timestamp replay or network drift. Order is introduction order, not class-support sort, because these are timeline cells. Updated experiment evaluates instant-ready versions and measures update cost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EXP72 source tabpfn/results/v7/exp72/20261014_134735_replay_100k_xgb_tabpfn_s43_de8b4a78/results.json. Aggregate ideal replay over all original test rows, seed 43. Update is stage 1 onward, excludes initial build. Natural/uniform refer to attack-label training allocation, not test balancing. No new experiment or v3 parameter fine-tuning is represented by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examples shown explicitly as examples. Experimental defaults are initial 1000, 100 per new class. Policies all receive same released data, but fixed deliberately does not use later labels; information actually consumed is reported. b protects &gt;=1 row per existing class. Not an incremental KV-cache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FIFO denotes oldest acquisition, not measured semantic obsolescence. Similarity uses old-context StandardScaler and distance to new labelled train cases, never test. All three rules retain at least one example of each old class. Same-stage ties use seeded acquisition order. Nearest-row removal may damage discrimination: hypothesis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protocol docs/research/20261015/exp76_protocol.md. 100 per new class is an investigator setting, not a user-imposed value. 8192 batches differ from 1014; direct timing comparison is not valid. No cross-network transfer claim. New results are exploratory, same previously examined fixed test, single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tabpfn/results/v7/exp76/20261015_212937_context1000_new100_s43_1c62d14c/results.json. All test rows, one seed, instant-ready replay. New label budget and prediction batch differ from 1014. Missing rows mean unfinished, never fabricated. Classwise metrics and support are in the experiment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full test population as preceding aggregate table. Classes sorted by evaluated support descending. Values are class F1 percentages; support is actual evaluation support, not training budget. All three buffer policies shown, without choosing a test-best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tabpfn/results/v7/exp76/20261015_212937_context1000_new100_s43_1c62d14c/results.json. All test rows, one seed, instant-ready replay. New label budget and prediction batch differ from 1014. Missing rows mean unfinished, never fabricated. Classwise metrics and support are in the experiment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full test population as preceding aggregate table. Classes sorted by evaluated support descending. Values are class F1 percentages; support is actual evaluation support, not training budget. All three buffer policies shown, without choosing a test-best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statistical equivalence without a predeclared margin and repeated data/seeds. Update latency and raw throughput have different meanings. New class F1 and old class errors/FPR must be inspected before choosing a policy; do not select a final model solely from this test ranking. Manuscript changes are proposals only under user steering.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Figure 5 from TabPFN-3 Technical Report, PDF page 6. Cropped only to figure bounds using native PPTX picture crop; no diagram content altered. https://arxiv.org/pdf/2605.13986#page=6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official API usage, not a reported experiment. Adapt context/query size to GPU and label counts. Verify validation disjointness before use. Model checkpoint is explicitly pinned. This snippet intentionally does not fit only a single newly arriving class. https://github.com/PriorLabs/TabPFN/blob/main/src/tabpfn/finetuning/finetuned_classifier.py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07" y="2011680"/>
            <a:ext cx="4408588" cy="4846320"/>
          </a:xfrm>
          <a:prstGeom prst="rect">
            <a:avLst/>
          </a:prstGeom>
        </p:spPr>
      </p:pic>
      <p:pic>
        <p:nvPicPr>
          <p:cNvPr id="3" name="Image 1" descr="assets/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74520" cy="442621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1828800"/>
            <a:ext cx="685800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제목을 입력하세요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03320"/>
            <a:ext cx="65836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부제목 · 행사명 · 날짜</a:t>
            </a: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685800" y="4709160"/>
            <a:ext cx="62179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00" dirty="0">
                <a:solidFill>
                  <a:srgbClr val="5D67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정보를 입력하세요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746" y="1828800"/>
            <a:ext cx="4574950" cy="502920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301752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제목을 입력하세요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설명 (선택)</a:t>
            </a:r>
            <a:endParaRPr lang="en-US" sz="1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11055096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내용을 입력하세요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66928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내용을 입력하세요</a:t>
            </a:r>
            <a:endParaRPr lang="en-US" sz="145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208776" y="1188720"/>
            <a:ext cx="5413248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rgbClr val="2126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내용을 입력하세요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66928" y="274320"/>
            <a:ext cx="94183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0306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제목을 입력하세요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759" y="420624"/>
            <a:ext cx="1207008" cy="2850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030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attern_gh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203" y="1554480"/>
            <a:ext cx="4824492" cy="5303520"/>
          </a:xfrm>
          <a:prstGeom prst="rect">
            <a:avLst/>
          </a:prstGeom>
        </p:spPr>
      </p:pic>
      <p:pic>
        <p:nvPicPr>
          <p:cNvPr id="3" name="Image 1" descr="assets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1828800" cy="43182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685800" y="237744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685800" y="3749040"/>
            <a:ext cx="68580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C7D2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 정보를 입력하세요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64824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AA3AE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TabPFN v3의 작동과 IDS context 갱신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랩미팅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08760"/>
            <a:ext cx="1069848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00306C"/>
                </a:solidFill>
                <a:latin typeface="Pretendard"/>
                <a:ea typeface="Pretendard"/>
              </a:rPr>
              <a:t>사전학습 모델의 활용과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600" b="1">
                <a:solidFill>
                  <a:srgbClr val="00306C"/>
                </a:solidFill>
                <a:latin typeface="Pretendard"/>
                <a:ea typeface="Pretendard"/>
              </a:rPr>
              <a:t>적은 사례로 새 공격을 반영하는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7899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TabPFN과 v3 작동 원리 · 가중치 fine-tuning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누적 context · 고정 버퍼 · 갱신 없는 추론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914400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D6773"/>
                </a:solidFill>
                <a:latin typeface="Pretendard"/>
                <a:ea typeface="Pretendard"/>
              </a:rPr>
              <a:t>랩미팅   2026년 10월 15일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0. 연구 관점 · 고정된 F1 경쟁에서 변화에 대응하는 IDS로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새 사례 반영 품질·사용 데이터·갱신 비용으로 모델의 유용성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00 연구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05740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기존 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71600"/>
            <a:ext cx="8595360" cy="11704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고정된 공격 클래스의 closed-set F1 향상에 집중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ICD의 정적 벤치마크에서도 tuned XGB의 강세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수치 경쟁에서 실제 갱신 능력의 평가로 전환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205740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운영의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8595360" cy="11704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네트워크 환경·공격 양상이 바뀌는 상황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기존 분포에서 높은 F1만으로 갱신 후 탐지 능력 설명 곤란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205740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연구의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114800"/>
            <a:ext cx="8595360" cy="11704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TabPFN을 기본 모델로 채택하고 새 사례를 context로 반영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적은 라벨과 낮은 갱신 비용에서 필요한 탐지 품질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007608"/>
            <a:ext cx="10972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D6773"/>
                </a:solidFill>
                <a:latin typeface="Pretendard"/>
                <a:ea typeface="Pretendard"/>
              </a:rPr>
              <a:t>Ma et al., In-Context Data Distillation with TabPFN, ICLR 2024 ME-FoMo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TabPFN · 표 데이터의 예측 규칙을 사전학습한 모델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라벨 사례를 context로 제공하고, 정답이 없는 query의 확률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01 작동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45920"/>
            <a:ext cx="3429000" cy="228600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사전학습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377440"/>
            <a:ext cx="3118104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다양한 합성 표 데이터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일부 라벨을 가린 예측 과제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공통 가중치 θ 학습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4215" y="2606039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45920"/>
            <a:ext cx="3429000" cy="228600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64592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71907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새 IDS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3118104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알려진 특징 Xc와 라벨 yc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예측 대상의 특징 xq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정답 yq는 입력에서 제외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5" y="2606039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645920"/>
            <a:ext cx="3429000" cy="228600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64592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71907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In-context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377440"/>
            <a:ext cx="3118104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사례의 관계를 이용한 추론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현재 데이터에 따른 예측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기본 동작에서 θ 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90288"/>
            <a:ext cx="1060704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pθ(yq | xq, Xc, yc)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6007608"/>
            <a:ext cx="10972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D6773"/>
                </a:solidFill>
                <a:latin typeface="Pretendard"/>
                <a:ea typeface="Pretendard"/>
              </a:rPr>
              <a:t>Prior Labs, TabPFN-3: Technical Report, 2026 · §2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Context와 query · 모델에 전달되는 두 종류의 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Context에는 라벨 포함 · query의 정답은 평가에만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01 작동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54480"/>
          <a:ext cx="1092707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057400"/>
                <a:gridCol w="2057400"/>
                <a:gridCol w="1920240"/>
                <a:gridCol w="3017520"/>
              </a:tblGrid>
              <a:tr h="60350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Flow 특징 1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Flow 특징 2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공격 라벨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60350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Context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관측값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관측값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정상 사례 제공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0350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관측값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관측값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공격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기존 공격 사례 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Context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관측값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관측값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공격 B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신규 라벨 반영 시 추가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0350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관측값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관측값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모델에 미제공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정상·공격 확률 예측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92040"/>
            <a:ext cx="1069848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007BC6"/>
                </a:solidFill>
                <a:latin typeface="Pretendard"/>
                <a:ea typeface="Pretendard"/>
              </a:rPr>
              <a:t>같은 query도 context의 구성·규모에 따라 예측 변화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007BC6"/>
                </a:solidFill>
                <a:latin typeface="Pretendard"/>
                <a:ea typeface="Pretendard"/>
              </a:rPr>
              <a:t>라벨 없는 query를 추가하는 것과 라벨된 context를 추가하는 것의 구분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현재 실험의 TabPFN v3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1014 실행과 동일한 checkpoint·추론 설정을 기준으로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01 작동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508760"/>
          <a:ext cx="1092708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92440"/>
              </a:tblGrid>
              <a:tr h="585216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실제 사용 설정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585216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모델 / 라이브러리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TabPFN-v3 multiclass / tabpfn 8.2.0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85216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두 데이터셋의 정제 Flow 특징 46개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모델 파라미터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53,153,144개 · 공통 사전학습 가중치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85216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앙상블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서로 다른 전처리·순열의 estimator 4개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Context 처리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fit_with_cache · 캐시 CPU 저장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85216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체크포인트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ICL block 24개 · 특징 통합 CLS token 4개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5216" y="6007608"/>
            <a:ext cx="10972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D6773"/>
                </a:solidFill>
                <a:latin typeface="Pretendard"/>
                <a:ea typeface="Pretendard"/>
              </a:rPr>
              <a:t>실제 checkpoint config와 실행 코드 확인 · v3 원문 Appendix C와 대조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 · 열의 분포에서 행 단위 표현으로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열의 정보를 먼저 통합한 뒤 행 사이의 관계를 추론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01 작동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pic>
        <p:nvPicPr>
          <p:cNvPr id="7" name="Picture 6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521207" y="1051560"/>
            <a:ext cx="425196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144768"/>
            <a:ext cx="4160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D6773"/>
                </a:solidFill>
                <a:latin typeface="Pretendard"/>
                <a:ea typeface="Pretendard"/>
              </a:rPr>
              <a:t>TabPFN-3 · Figure 5 · 원문 PDF 6쪽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1252728"/>
            <a:ext cx="644652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07BC6"/>
                </a:solidFill>
                <a:latin typeface="Pretendard"/>
                <a:ea typeface="Pretendard"/>
              </a:rPr>
              <a:t>① 입력 표현 · Feature grouping &amp; cell 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6" y="1709928"/>
            <a:ext cx="6400800" cy="960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특징 3개와 결측 표시를 묶어 128차원 표현으로 변환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Context 행에 알려진 라벨의 embedding 추가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Query에는 정답 라벨을 넣지 않고 특징만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2834640"/>
            <a:ext cx="644652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07BC6"/>
                </a:solidFill>
                <a:latin typeface="Pretendard"/>
                <a:ea typeface="Pretendard"/>
              </a:rPr>
              <a:t>② 열별 분포 · Feature embedding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3291840"/>
            <a:ext cx="6400800" cy="960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특징 하나의 값들을 128개 inducing point로 요약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분포를 요약하는 학습된 보조 표현과 attention 수행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3개 block을 통해 현재 context의 분포 정보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4425696"/>
            <a:ext cx="644652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07BC6"/>
                </a:solidFill>
                <a:latin typeface="Pretendard"/>
                <a:ea typeface="Pretendard"/>
              </a:rPr>
              <a:t>③ 행별 통합 · Feature aggregation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7216" y="4882896"/>
            <a:ext cx="6400800" cy="960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한 행 안의 특징들이 attention으로 정보 교환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행을 요약하는 CLS token 4개에 특징 관계 통합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4 × 128차원을 이어 행별 512차원 표현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구조 · context 관계와 클래스 확률의 계산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새 클래스의 라벨 사례를 context에 넣어 출력 클래스에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01 작동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pic>
        <p:nvPicPr>
          <p:cNvPr id="7" name="Picture 6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521207" y="1051560"/>
            <a:ext cx="425196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144768"/>
            <a:ext cx="4160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D6773"/>
                </a:solidFill>
                <a:latin typeface="Pretendard"/>
                <a:ea typeface="Pretendard"/>
              </a:rPr>
              <a:t>TabPFN-3 · Figure 5 · 원문 PDF 6쪽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1371600"/>
            <a:ext cx="644652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07BC6"/>
                </a:solidFill>
                <a:latin typeface="Pretendard"/>
                <a:ea typeface="Pretendard"/>
              </a:rPr>
              <a:t>④ 사례 사이의 추론 · In-context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6" y="1828800"/>
            <a:ext cx="6400800" cy="1325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Context의 행 표현에 라벨 표현을 추가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Context ↔ context 관계와 query → context 참조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24개 block에서 조건부 예측에 필요한 표현 계산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Query끼리의 정답 공유나 가중치 최적화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3337560"/>
            <a:ext cx="644652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07BC6"/>
                </a:solidFill>
                <a:latin typeface="Pretendard"/>
                <a:ea typeface="Pretendard"/>
              </a:rPr>
              <a:t>⑤ 라벨별 확률 · Many-class 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3794760"/>
            <a:ext cx="6400800" cy="1325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Query 표현과 context 표현의 관련도를 attention으로 계산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각 context 라벨의 one-hot 벡터를 관련도에 따라 가중합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같은 클래스의 근거를 모아 클래스별 확률 산출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새 클래스 사례 추가 시 출력 라벨에 포함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5376672"/>
            <a:ext cx="6419088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D6773"/>
                </a:solidFill>
                <a:latin typeface="Pretendard"/>
                <a:ea typeface="Pretendard"/>
              </a:rPr>
              <a:t>현재 checkpoint의 클래스 상한 160개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5D6773"/>
                </a:solidFill>
                <a:latin typeface="Pretendard"/>
                <a:ea typeface="Pretendard"/>
              </a:rPr>
              <a:t>신규 라벨이 없는 context에서 새 공격 이름의 출력 불가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fit과 predict · context 캐시의 생성과 재사용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가중치가 고정되어도 context 준비와 query 계산 비용 발생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01 작동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429000" cy="274320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2763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fit(Xc, yc)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286000"/>
            <a:ext cx="3118104" cy="187451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전처리와 라벨 대응 구성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Context 측 표현·KV 계산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추론용 상태와 캐시 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14215" y="274320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554480"/>
            <a:ext cx="3429000" cy="274320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55448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2763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predict(Xq)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286000"/>
            <a:ext cx="3118104" cy="187451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Query 전처리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저장된 context 상태 참조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확률 계산·앙상블 결합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5" y="2743200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554480"/>
            <a:ext cx="3429000" cy="274320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55448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62763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새 context의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286000"/>
            <a:ext cx="3118104" cy="187451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변경된 사례로 상태 재구성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1014는 누적 전체 재처리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기존 사전학습 가중치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1060704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실제 확인: 1,000개 → 1,020개 fit 후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007BC6"/>
                </a:solidFill>
                <a:latin typeface="Pretendard"/>
                <a:ea typeface="Pretendard"/>
              </a:rPr>
              <a:t>53,153,144개 파라미터의 SHA-256 동일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데이터 적응의 세 방식과 학습 대상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Context 갱신과 가중치 fine-tuning은 서로 다른 적응 연산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02 미세조정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00200"/>
          <a:ext cx="111556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697480"/>
                <a:gridCol w="2240280"/>
                <a:gridCol w="3794760"/>
              </a:tblGrid>
              <a:tr h="80467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방식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변경 대상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역전파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추론 시 필요한 것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80467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Context 갱신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라벨된 사례의 구성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없음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사전학습 θ + 현재 context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80467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Context 최적화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Context의 특징값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입력 특징으로 전파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고정 θ + 최적화된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가중치 fine-tuning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모델 파라미터 θ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모델 파라미터로 전파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갱신된 θ + 현재 context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212080"/>
            <a:ext cx="1078992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007BC6"/>
                </a:solidFill>
                <a:latin typeface="Pretendard"/>
                <a:ea typeface="Pretendard"/>
              </a:rPr>
              <a:t>1014 단일 TabPFN: 첫 번째 방식 · LoCalPFN: 별도의 미세조정 비교군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v3 가중치 fine-tuning · 학습 절차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Query 정답의 손실로 θ 갱신 · 미세조정 이후에도 context를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02 미세조정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10</a:t>
            </a:r>
          </a:p>
        </p:txBody>
      </p:sp>
      <p:pic>
        <p:nvPicPr>
          <p:cNvPr id="7" name="Picture 6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521207" y="1051560"/>
            <a:ext cx="4251960" cy="5074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144768"/>
            <a:ext cx="41605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D6773"/>
                </a:solidFill>
                <a:latin typeface="Pretendard"/>
                <a:ea typeface="Pretendard"/>
              </a:rPr>
              <a:t>TabPFN-3 · Figure 5 · 원문 PDF 6쪽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846320" y="1371600"/>
            <a:ext cx="0" cy="4434840"/>
          </a:xfrm>
          <a:prstGeom prst="line">
            <a:avLst/>
          </a:prstGeom>
          <a:ln w="25400">
            <a:solidFill>
              <a:srgbClr val="B5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38928" y="1234440"/>
            <a:ext cx="644652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07BC6"/>
                </a:solidFill>
                <a:latin typeface="Pretendard"/>
                <a:ea typeface="Pretendard"/>
              </a:rPr>
              <a:t>① 학습용 context/query 과제 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216" y="1691640"/>
            <a:ext cx="6400800" cy="960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Train을 context와 query로 분할, 예시 비율 80% / 20%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Forward 입력: context 특징·라벨 + query 특징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Query의 정답은 숨겼다가 loss 계산에만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834640"/>
            <a:ext cx="644652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07BC6"/>
                </a:solidFill>
                <a:latin typeface="Pretendard"/>
                <a:ea typeface="Pretendard"/>
              </a:rPr>
              <a:t>② Query loss의 역전파와 가중치 갱신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57216" y="3291840"/>
            <a:ext cx="6400800" cy="960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L = −Σq log pθ(yq | xq, context)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출력부터 decoder·ICL·embedding의 θ로 gradient 전파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loss.backward()와 AdamW.step()으로 θ 갱신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4434840"/>
            <a:ext cx="644652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07BC6"/>
                </a:solidFill>
                <a:latin typeface="Pretendard"/>
                <a:ea typeface="Pretendard"/>
              </a:rPr>
              <a:t>③ Validation 선택과 갱신된 모델의 추론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892040"/>
            <a:ext cx="6400800" cy="960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별도 validation의 log loss 등으로 checkpoint 선택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갱신된 θ에 라벨 context를 다시 제공한 뒤 추론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21262E"/>
                </a:solidFill>
                <a:latin typeface="Pretendard"/>
                <a:ea typeface="Pretendard"/>
              </a:rPr>
              <a:t>새 query에는 정답 미제공 · test는 최종 평가에만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5989320"/>
            <a:ext cx="641908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54040"/>
                </a:solidFill>
                <a:latin typeface="Pretendard"/>
                <a:ea typeface="Pretendard"/>
              </a:rPr>
              <a:t>붉은 선: 모델 파라미터로의 역전파 · 공식 fine-tuning 구현 기준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가중치 fine-tuning의 실제 설정 항목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02 미세조정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08760"/>
          <a:ext cx="11064239" cy="428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498079"/>
              </a:tblGrid>
              <a:tr h="61264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설정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61264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사용 checkpoint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기존 v3 multiclass 가중치를 명시적으로 지정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1264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학습률·epoch·조기 종료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갱신 크기와 최적화 비용 제어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Context + query 크기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한 학습 과제의 GPU 메모리와 사례 수 제어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1264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Query 비율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손실 계산에 사용할 학습 행의 비율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학습·검증·추론 estimator 수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품질·메모리·비용의 비교 조건 고정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1264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Validation과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Checkpoint 선택과 최종 평가의 역할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신규 사례만 사용하는 갱신의 의미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이번 a·b·c 비교의 중심은 context에 어떤 사례를 유지하는지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02 미세조정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5303520" cy="356616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530352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581912"/>
            <a:ext cx="50109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Context 갱신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40280"/>
            <a:ext cx="4992624" cy="2697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신규 라벨 사례를 context에 추가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기존 사례를 누적하거나 일부 교체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기존 모델 파라미터의 재학습 없음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추가·삭제 이후 캐시 재구성 비용 측정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303520" cy="356616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581912"/>
            <a:ext cx="50109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신규 사례 중심의 가중치 학습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40280"/>
            <a:ext cx="4992624" cy="2697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신규 query에 대한 손실로 θ 갱신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기존 클래스 context의 보존 필요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기존·신규 클래스의 별도 유지 평가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기본 fit과 구분한 추가 학습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5D6773"/>
                </a:solidFill>
                <a:latin typeface="Pretendard"/>
                <a:ea typeface="Pretendard"/>
              </a:rPr>
              <a:t>1,000개와 20개는 정책을 설명하기 위한 예시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갱신 비용 · 새 모델을 사용할 수 있는 시점까지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가중치 최적화의 유무와 전체 갱신·추론 비용을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03 연구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5448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577840"/>
                <a:gridCol w="2926080"/>
              </a:tblGrid>
              <a:tr h="69494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비용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포함 연산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보고 기준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69494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초기 구축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Checkpoint 적재·초기 context 또는 모델 준비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초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9494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후속 갱신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삭제·선택·전처리·캐시 재구성 또는 재학습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회당 초 · 누적 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추론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실제 배치의 전처리·모델 계산·후처리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초 · μs/행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94944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자원·정보량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GPU·RAM peak, context 수, 공개 라벨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GiB · 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157216"/>
            <a:ext cx="1078992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007BC6"/>
                </a:solidFill>
                <a:latin typeface="Pretendard"/>
                <a:ea typeface="Pretendard"/>
              </a:rPr>
              <a:t>총 연산 시간 = 초기 구축 + 후속 갱신 합계 + 평가한 Q개 행의 추론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평가 시나리오 · 라벨된 공격 클래스의 순차 도입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등장 전 공격 라벨 미사용 · 방법별 동일 평가 행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04 실험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50976"/>
            <a:ext cx="11018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클래스 도입 순서 기준 · 실제 수집 시각의 재생과 구분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0020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468880"/>
                <a:gridCol w="2011680"/>
                <a:gridCol w="1508760"/>
                <a:gridCol w="1645920"/>
                <a:gridCol w="1920240"/>
              </a:tblGrid>
              <a:tr h="102412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데이터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초기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도입 1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도입 2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도입 3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도입 4 이후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102412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CIC2018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 force · 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 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1024128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 · 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 · 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 · Backdoor</a:t>
                      </a:r>
                    </a:p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5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4663440"/>
            <a:ext cx="1060704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라벨 공급 → context 또는 모델 갱신 → 별도 test 평가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신규 공격의 구분 · 기존 공격의 탐지 · 정상 오탐 · 비용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1014 결과 · 누적 10만 사례의 품질과 갱신 비용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64808"/>
            <a:ext cx="83210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전체 context 재구성 비용을 줄이기 위한 소규모 context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05 기존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950976"/>
            <a:ext cx="11018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전체 test 순차 재생 · 지연 없음 · seed 43 · 초기 구축 제외 후속 갱신 합계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691640"/>
          <a:ext cx="110185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97280"/>
                <a:gridCol w="2057400"/>
                <a:gridCol w="2057400"/>
                <a:gridCol w="2103120"/>
                <a:gridCol w="2103120"/>
              </a:tblGrid>
              <a:tr h="6675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데이터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배분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XGB F1 (%)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PFN F1 (%)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XGB 갱신 (s)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PFN 갱신 (s)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6675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CIC2018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자연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76.80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77.72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4.17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44.30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675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CIC2018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균등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77.03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5.09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41.00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자연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79.37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73.66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11.09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50.45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6675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균등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74.51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12.31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7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48.56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349240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007BC6"/>
                </a:solidFill>
                <a:latin typeface="Pretendard"/>
                <a:ea typeface="Pretendard"/>
              </a:rPr>
              <a:t>개선 방향: context 사용량·교체 정책을 제어하며 품질과 비용을 함께 측정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추가 비교 · 누적·고정 버퍼·갱신 없음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04 실험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18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정책 설명용 예시: 기존 1,000개 · 신규 라벨 20개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1920240"/>
                <a:gridCol w="5120640"/>
              </a:tblGrid>
              <a:tr h="868680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정책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Context 구성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예시 행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확인할 차이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868680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a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기존 전체 + 신규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1,020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사례 보존과 누적 재준비 비용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868680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기존 일부 삭제 + 신규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동일 저장량에서 신규 반영·기존 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c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기존 context 고정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1,000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9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갱신 비용 없는 기준선과 신규 유형 한계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074920"/>
            <a:ext cx="1069848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7BC6"/>
                </a:solidFill>
                <a:latin typeface="Pretendard"/>
                <a:ea typeface="Pretendard"/>
              </a:rPr>
              <a:t>XGB·다른 비교 모델은 누적 사례로 재학습·재구성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7BC6"/>
                </a:solidFill>
                <a:latin typeface="Pretendard"/>
                <a:ea typeface="Pretendard"/>
              </a:rPr>
              <a:t>이번 추가 실행에서 LoCalPFN 제외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고정 버퍼의 삭제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04 실험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429000" cy="324612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2763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확보 순서 · FIFO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286000"/>
            <a:ext cx="3118104" cy="23774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가장 먼저 확보한 사례부터 삭제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실제 노후화의 대리 기준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동일 구간 동률 순서 고정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4215" y="2994659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54480"/>
            <a:ext cx="3429000" cy="324612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1688" y="155448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신규와 유사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86000"/>
            <a:ext cx="3118104" cy="23774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기존 context로 표준화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신규 사례와 가까운 기존 사례 삭제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중복 근거 감소 가설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94659"/>
            <a:ext cx="32004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007BC6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554480"/>
            <a:ext cx="3429000" cy="324612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554480"/>
            <a:ext cx="342900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627632"/>
            <a:ext cx="313639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무작위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286000"/>
            <a:ext cx="3118104" cy="23774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Seed로 재현 가능한 삭제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단순 정책의 비교 기준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>
                <a:solidFill>
                  <a:srgbClr val="21262E"/>
                </a:solidFill>
                <a:latin typeface="Pretendard"/>
                <a:ea typeface="Pretendard"/>
              </a:rPr>
              <a:t>삭제 후 기존 클래스 유지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>
                <a:solidFill>
                  <a:srgbClr val="007BC6"/>
                </a:solidFill>
                <a:latin typeface="Pretendard"/>
                <a:ea typeface="Pretendard"/>
              </a:rPr>
              <a:t>공통 조건: 버퍼 크기 고정 · 신규 사례 수 일치 · 기존 클래스 최소 사례 보존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EXP76 · 첫 소규모 context 비교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04 실험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508760"/>
          <a:ext cx="11064239" cy="4169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521207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첫 실행 설정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521207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초기 / 신규 라벨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초기 1,000개 / 신규 공격 클래스당 100개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21207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최종 누적 · CIC2018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1,400개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최종 누적 · ToN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1,700개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21207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고정 버퍼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1,000개 · FIFO / 유사도 / 무작위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비교 모델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context 정책 · XGB · BoostPFN · DistPFN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521207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기존 test 전체 · 지연 없는 순차 도입 · seed 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측정 조건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8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RTX 4090 단독 실행 · 배치 8,192개 · 비용 분리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CIC2018 · 소규모 context의 품질과 비용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06 추가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18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EXP76 · 전체 test · 초기 구축 제외 후속 갱신 · FPR 분모는 실제 Benign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54480"/>
          <a:ext cx="107442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920240"/>
                <a:gridCol w="1920240"/>
                <a:gridCol w="1920240"/>
                <a:gridCol w="1920240"/>
              </a:tblGrid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방법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F1 (%)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FPR (%)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갱신 (s)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추론 (μs/행)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XGBoost 누적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73.62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1.619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2.62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0.41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누적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74.64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0.673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FIFO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73.16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1.119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1.28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32.04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유사도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72.13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31.96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무작위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73.47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0.924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1.24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32.17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41.94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BoostPFN 누적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71.82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2.084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2.54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143.00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DistPFN 누적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76.71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0.215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715000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D6773"/>
                </a:solidFill>
                <a:latin typeface="Pretendard"/>
                <a:ea typeface="Pretendard"/>
              </a:rPr>
              <a:t>라벨 예산과 배치 크기가 다른 1014 수치와 직접적인 개선량 비교 제외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CIC2018 · 클래스별 구분 성능과 버퍼 정책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06 추가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18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전체 test의 클래스별 F1 (%) · 평가 표본 수 내림차순 · seed 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08760"/>
          <a:ext cx="109728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00200"/>
                <a:gridCol w="1417320"/>
                <a:gridCol w="1508760"/>
                <a:gridCol w="1417320"/>
                <a:gridCol w="1417320"/>
                <a:gridCol w="1417320"/>
              </a:tblGrid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평가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XGB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PFN 누적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FIFO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유사도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무작위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2,652,203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99.50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99.27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98.36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99.36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262,680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97.96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bot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41,542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97.01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99.15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99.11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99.10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99.04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39,483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brute_force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37,696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99.98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99.97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99.97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99.98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99.97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8,742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11.59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22.80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13.24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15.41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web_attacks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127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9.00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2.22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1.70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1.07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1.71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공격별 precision·recall과 혼동행렬은 연결된 실험 결과에 보존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ToN · 소규모 context의 품질과 비용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06 추가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18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EXP76 · 전체 test · 초기 구축 제외 후속 갱신 · FPR 분모는 실제 Benign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54480"/>
          <a:ext cx="107442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920240"/>
                <a:gridCol w="1920240"/>
                <a:gridCol w="1920240"/>
                <a:gridCol w="1920240"/>
              </a:tblGrid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방법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F1 (%)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FPR (%)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갱신 (s)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추론 (μs/행)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XGBoost 누적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65.22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11.252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5.66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0.62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누적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64.88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11.617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33.37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FIFO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65.94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12.052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1.62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32.51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유사도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59.91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17.703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무작위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65.62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11.965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1.59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32.50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TabPFN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14.02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3.564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32.06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BoostPFN 누적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60.70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14.419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3.91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143.64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43891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DistPFN 누적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68.01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11.068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6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33.41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715000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5D6773"/>
                </a:solidFill>
                <a:latin typeface="Pretendard"/>
                <a:ea typeface="Pretendard"/>
              </a:rPr>
              <a:t>라벨 예산과 배치 크기가 다른 1014 수치와 직접적인 개선량 비교 제외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ToN · 클래스별 구분 성능과 버퍼 정책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06 추가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50976"/>
            <a:ext cx="110185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전체 test의 클래스별 F1 (%) · 평가 표본 수 내림차순 · seed 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08760"/>
          <a:ext cx="1097280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00200"/>
                <a:gridCol w="1417320"/>
                <a:gridCol w="1508760"/>
                <a:gridCol w="1417320"/>
                <a:gridCol w="1417320"/>
                <a:gridCol w="1417320"/>
              </a:tblGrid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클래스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평가 수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XGB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PFN 누적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FIFO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유사도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무작위</a:t>
                      </a:r>
                    </a:p>
                  </a:txBody>
                  <a:tcPr>
                    <a:solidFill>
                      <a:srgbClr val="00306C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benign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1,474,302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93.21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93.51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93.20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90.07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93.31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xss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343,854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87.74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83.07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89.93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password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210,951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89.90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90.02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90.27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79.81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89.94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103,338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92.67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93.44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93.70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84.35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93.17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injection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68,891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71.88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71.26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69.32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58.08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70.90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backdoor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40,030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98.70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99.89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dos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22,458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63.57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62.43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68.19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77.89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72.31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scanning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6,029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40.26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21.07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26.97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mitm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1,161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13.10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13.03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9.66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2.46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12.72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</a:tr>
              <a:tr h="393192"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Pretendard"/>
                          <a:ea typeface="Pretendard"/>
                        </a:rPr>
                        <a:t>ransomware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28.78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6.47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3.66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27432" bIns="27432" anchor="ctr">
                      <a:noAutofit/>
                    </a:bodyPr>
                    <a:lstStyle/>
                    <a:p>
                      <a:pPr algn="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sz="1400" b="0">
                          <a:solidFill>
                            <a:srgbClr val="21262E"/>
                          </a:solidFill>
                          <a:latin typeface="DejaVu Sans Mono"/>
                          <a:ea typeface="DejaVu Sans Mono"/>
                        </a:rPr>
                        <a:t>7.01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7899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D6773"/>
                </a:solidFill>
                <a:latin typeface="Pretendard"/>
                <a:ea typeface="Pretendard"/>
              </a:rPr>
              <a:t>공격별 precision·recall과 혼동행렬은 연결된 실험 결과에 보존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채택 판단 · 품질을 유지하는 작은 context와 낮은 갱신 비용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07 후속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03520" cy="347472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530352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627632"/>
            <a:ext cx="50109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현재 관찰과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4992624" cy="26060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소규모 PFN의 갱신 준비 비용 절감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반복 추론 비용의 별도 경량화 필요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유사도 삭제의 정상 오탐 증가 확인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정상·기존 클래스 보존 규칙 보강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303520" cy="3474720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03520" cy="548640"/>
          </a:xfrm>
          <a:prstGeom prst="roundRect">
            <a:avLst>
              <a:gd name="adj" fmla="val 3500"/>
            </a:avLst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627632"/>
            <a:ext cx="501091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007BC6"/>
                </a:solidFill>
                <a:latin typeface="Pretendard"/>
                <a:ea typeface="Pretendard"/>
              </a:rPr>
              <a:t>후속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86000"/>
            <a:ext cx="4992624" cy="26060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동일 라벨에서 context 규모만 변경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Estimator 수·캐시 위치별 품질과 비용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공격별 precision·recall과 정상 오탐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21262E"/>
                </a:solidFill>
                <a:latin typeface="Pretendard"/>
                <a:ea typeface="Pretendard"/>
              </a:rPr>
              <a:t>조건·seed 확장 이후 최종 방법 판단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v3 원문의 전체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24</a:t>
            </a:r>
          </a:p>
        </p:txBody>
      </p:sp>
      <p:pic>
        <p:nvPicPr>
          <p:cNvPr id="6" name="Picture 5" descr="v3_architecture_page.png"/>
          <p:cNvPicPr>
            <a:picLocks noChangeAspect="1"/>
          </p:cNvPicPr>
          <p:nvPr/>
        </p:nvPicPr>
        <p:blipFill>
          <a:blip r:embed="rId3"/>
          <a:srcRect l="20000" r="19000" t="8200" b="28500"/>
          <a:stretch>
            <a:fillRect/>
          </a:stretch>
        </p:blipFill>
        <p:spPr>
          <a:xfrm>
            <a:off x="777240" y="1097280"/>
            <a:ext cx="43891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0" y="1508760"/>
            <a:ext cx="5532120" cy="4389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306C"/>
                </a:solidFill>
                <a:latin typeface="Pretendard"/>
                <a:ea typeface="Pretendard"/>
              </a:rPr>
              <a:t>Feature grouping &amp; cell embedding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306C"/>
                </a:solidFill>
                <a:latin typeface="Pretendard"/>
                <a:ea typeface="Pretendard"/>
              </a:rPr>
              <a:t>열별 분포 embedding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306C"/>
                </a:solidFill>
                <a:latin typeface="Pretendard"/>
                <a:ea typeface="Pretendard"/>
              </a:rPr>
              <a:t>행별 feature aggregation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306C"/>
                </a:solidFill>
                <a:latin typeface="Pretendard"/>
                <a:ea typeface="Pretendard"/>
              </a:rPr>
              <a:t>ICL transformer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306C"/>
                </a:solidFill>
                <a:latin typeface="Pretendard"/>
                <a:ea typeface="Pretendard"/>
              </a:rPr>
              <a:t>Many-class decoder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306C"/>
                </a:solidFill>
                <a:latin typeface="Pretendard"/>
                <a:ea typeface="Pretendard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306C"/>
                </a:solidFill>
                <a:latin typeface="Pretendard"/>
                <a:ea typeface="Pretendard"/>
              </a:rPr>
              <a:t>원문 Figure 5 · PDF 6쪽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00306C"/>
                </a:solidFill>
                <a:latin typeface="Pretendard"/>
                <a:ea typeface="Pretendard"/>
              </a:rPr>
              <a:t>세부 hyperparameter는 Appendix 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94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00306C"/>
                </a:solidFill>
                <a:latin typeface="Pretendard"/>
                <a:ea typeface="Pretendard"/>
              </a:rPr>
              <a:t>부록 · v3 fine-tuning 코드 예시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89720" y="6483096"/>
            <a:ext cx="21488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D6E4F3"/>
                </a:solidFill>
                <a:latin typeface="Pretendard"/>
                <a:ea typeface="Pretendard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2926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Pretendard"/>
                <a:ea typeface="Pretendard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07008"/>
            <a:ext cx="10972800" cy="4782312"/>
          </a:xfrm>
          <a:prstGeom prst="roundRect">
            <a:avLst>
              <a:gd name="adj" fmla="val 3500"/>
            </a:avLst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16736"/>
            <a:ext cx="10607040" cy="45537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from tabpfn.finetuning import FinetunedTabPFNClassifier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/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ft = FinetunedTabPFNClassifier(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    device="cuda", epochs=10, learning_rate=1e-5,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    n_finetune_ctx_plus_query_samples=1024,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    finetune_ctx_query_split_ratio=0.2,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    n_estimators_finetune=1,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    n_estimators_validation=1,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    n_estimators_final_inference=1,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    eval_metric="log_loss", random_state=43,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    extra_classifier_kwargs={"model_path": checkpoint_path},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ft.fit(X_train, y_train, X_val=X_val, y_val=y_val)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21262E"/>
                </a:solidFill>
                <a:latin typeface="DejaVu Sans Mono"/>
                <a:ea typeface="DejaVu Sans Mono"/>
              </a:rPr>
              <a:t>p = ft.predict_proba(X_test)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6007608"/>
            <a:ext cx="10972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D6773"/>
                </a:solidFill>
                <a:latin typeface="Pretendard"/>
                <a:ea typeface="Pretendard"/>
              </a:rPr>
              <a:t>학습 설정 예시 · 이번 context 정책 실험의 실행 코드와 구분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ENTECH">
      <a:dk1>
        <a:srgbClr val="21262E"/>
      </a:dk1>
      <a:lt1>
        <a:srgbClr val="FFFFFF"/>
      </a:lt1>
      <a:dk2>
        <a:srgbClr val="00306C"/>
      </a:dk2>
      <a:lt2>
        <a:srgbClr val="F3F6FA"/>
      </a:lt2>
      <a:accent1>
        <a:srgbClr val="007BC6"/>
      </a:accent1>
      <a:accent2>
        <a:srgbClr val="00B8EE"/>
      </a:accent2>
      <a:accent3>
        <a:srgbClr val="00306C"/>
      </a:accent3>
      <a:accent4>
        <a:srgbClr val="4DA3DC"/>
      </a:accent4>
      <a:accent5>
        <a:srgbClr val="5D6773"/>
      </a:accent5>
      <a:accent6>
        <a:srgbClr val="9AA3AE"/>
      </a:accent6>
      <a:hlink>
        <a:srgbClr val="007BC6"/>
      </a:hlink>
      <a:folHlink>
        <a:srgbClr val="5D6773"/>
      </a:folHlink>
    </a:clrScheme>
    <a:fontScheme name="KENTECH">
      <a:maj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ajorFont>
      <a:minorFont>
        <a:latin typeface="Pretendard"/>
        <a:ea typeface="Pretendard"/>
        <a:cs typeface=""/>
        <a:font script="Hang" typeface="Pretendard"/>
        <a:font script="Jpan" typeface="Yu Gothic"/>
        <a:font script="Hans" typeface="DengXian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1251</Words>
  <Application>Microsoft Office PowerPoint</Application>
  <PresentationFormat>와이드스크린</PresentationFormat>
  <Paragraphs>283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Pretendard</vt:lpstr>
      <vt:lpstr>Arial</vt:lpstr>
      <vt:lpstr>Office Theme</vt:lpstr>
      <vt:lpstr>Architecture</vt:lpstr>
      <vt:lpstr>TabPFN · 학습 데이터를 입력으로 읽는 표 형식 foundation model</vt:lpstr>
      <vt:lpstr>TabPFN 적합성 · 같은 컨텍스트 행으로 학습한 XGBoost와 비교</vt:lpstr>
      <vt:lpstr>SOTA 선정</vt:lpstr>
      <vt:lpstr>BoostPFN</vt:lpstr>
      <vt:lpstr>실험 예정</vt:lpstr>
      <vt:lpstr>Oracle과 실험결과</vt:lpstr>
      <vt:lpstr>100k 컨텍스트, benign 0.75, 공격 균등 · 클래스별 F1 (seed 42~45)</vt:lpstr>
    </vt:vector>
  </TitlesOfParts>
  <Company>Korea Institute of Energy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IDS 운영을 위한 TabPFN 활용</dc:title>
  <dc:subject>데이터 검토, anchor와 residual context, expert 및 S/V 결과, SOTA, 후속 context 접근</dc:subject>
  <dc:creator>Seunghyun Yoon</dc:creator>
  <cp:lastModifiedBy>박민서</cp:lastModifiedBy>
  <cp:revision>4</cp:revision>
  <dcterms:created xsi:type="dcterms:W3CDTF">2026-08-09T04:01:58Z</dcterms:created>
  <dcterms:modified xsi:type="dcterms:W3CDTF">2026-09-03T15:12:22Z</dcterms:modified>
  <dc:description>Korean only. Simplified motivation, arrival evidence near the opening, data cleaning, static model performance/cost, system-level follow-up.</dc:description>
</cp:coreProperties>
</file>