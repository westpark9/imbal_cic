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more than 8 trillion tokens, not datasets. Official TabPFN 8.2.0: https://github.com/PriorLabs/TabPFN/blob/main/src/tabpfn/finetuning/finetuned_base.py. EXP77 actually fine-tunes the initial IDS data using AdamW, learning rate 1e-5, 10 fixed epochs, context/query cross-entropy; then freezes weights. The v3 decoder weights context one-hot labels, so old-class examples remain necessary in the inference context. Validation is inside the 1000 revealed-label budget;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uses the same released IDs as EXP76. Initial IDS weight fine-tuning: fixed 10 epochs, AdamW, lr 1e-5; initial internal feature-group validation only. Subsequent context policies freeze the initial checkpoint; repeated FT is a separate control. XGB cumulatively retrains. Proposed model uses five feature-disjoint roles within the SAME total label budget, original pretrained backbone to keep calibration labels outside weight training. Stage order chronological, within-stage sample counts descending. Main score is the FINAL state on ALL held-out rows, not pooled stage predictions.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final-model full-test results: tabpfn/results/v7/exp77/20261015_230535_initialft10_finalfull_s43_2eb2237d/results.json. Two displayed methods: XGB cumulative retraining from scratch at every stage and original pretrained TabPFN with cumulative context, no IDS fine-tuning. Initial-FT results are retained in EXP77/EXP78, removed from slides 6 and 7 at user request. Slide 6 alone reports later-stage update cost: GPU-synchronized context selection + model construction + fit summed AFTER the initial stage; initial preparation and all inference excluded. Single seed 43. A separate EXP78 label-budget artifact covers 100/50/20/10 new examples per class, with initial 1000 fixed.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EXP77 released-label budget: CIC2018 1400 / ToN 1700, including all internal validation and calibration. Only final full-test Macro-F1 is displayed; all cost panels and initial-FT baseline removed per user request. Existing K=4 anchor/residual + S1V0 proposed model uses original pretrained weights and global/expert/route/tune/cal roles within that total budget. Both datasets have zero expert calls in the final evaluation, so this is a diagnosed current configuration, not demonstrated ensemble improvement. Candidate expert corrections changed correctness on at most 0/4 calibration rows (CIC2018/ToN), below the existing 30-case requirement. Next diagnostic controls are a single PFN with identical Global context and adjustment of shared anchors/expert-specific allocation; do not retune thresholds on test. BoostPFN is the existing 50-learner port. DistPFN uses original pretrained v3 without IDS FT and current-query-batch posterior adjustment; no query labels. Historical 1014 results have a different 100k budget and pooled replay evaluation and are not inserted into the current final-state comparison. Source: tabpfn/results/v7/exp78/20261016_005435_noft_dist_new100_50_20_10_s43_52588487/dist_results.json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EXP78 and EXP80. Initial 1000 fixed (Benign750 + two attacks125 each), seed43 once, no IDS FT. EXP80 preserves the original 100 incoming IDs and appends nested 200/400 samples; Web attacks availability 450 limits the shared budget. All models predict the complete original-order test with their final state. Varying new-class counts also changes class priors. Sources: tabpfn/results/v7/exp78/20261016_005435_noft_dist_new100_50_20_10_s43_52588487 and tabpfn/results/v7/exp80/20261016_022614_new200_400_noft_s43_c6f6ea24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EXP79 inference-only reevaluation: immutable saved EXP72/73 FINAL stage model states, no retraining or threshold retuning. Complete original-order test, batch8192, identical final-state evaluation convention to main slides. DistPFN adjusts current completed query-batch posterior only, without query labels. No synthetic arrival rate, queue or update delay in these scores. Five methods; LoCalPFN omitted under prior user scope because of slow inference. Separate validation remains available to proposed model, so total label budgets differ from small-data setup beyond training size. BoostPFN v1; other PFN models v3. tabpfn/results/v7/exp79/20261016_022105_saved100k_finalfull_s43_7f90866d/results.json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고정된 환경의 분류 정확도를 넘어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변화하는 네트워크에서의 적응성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사전학습 TabPFN을 활용한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소량 라벨·저비용 탐지 모델 갱신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표 데이터 예측 규칙을 사전학습한 모델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합성 표 데이터의 8조 개 이상 토큰으로 학습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일부 행의 정답을 맞히며 표 데이터의 예측 규칙 습득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라벨된 사례(context)를 참고해 새 flow(query)의 라벨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추론 중 모델 가중치는 그대로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초기 IDS를 context와 query로 나눠 query의 정답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예측 오류를 역전파해 모델 가중치를 IDS에 맞게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갱신: 사전학습 가중치 유지 → 기존 클래스 사례 보존 + 신규 사례 누적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기대: 반복 재학습과 비슷한 탐지 품질을 더 적은 데이터·갱신 비용으로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입력 변환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패킷 길이·지속시간 등의 값을 숫자 벡터로 변환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값이 비어 있는 위치도 함께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특징별 분포 파악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여러 flow를 살펴 각 특징의 값 분포를 요약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Context의 정상·공격 라벨도 함께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Flow별 정보 통합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한 flow의 여러 특징을 하나의 표현으로 통합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이 표현을 이용해 flow 사이의 관계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사례 참조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새 flow(query)가 라벨된 기존 사례(context)를 참조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어떤 사례가 예측에 도움이 되는지 attention으로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확률 출력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관련성이 큰 사례의 라벨에 더 큰 가중치 부여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참고한 라벨을 모아 정상·공격별 확률 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5431536"/>
            <a:ext cx="6839712" cy="58521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기존 클래스도 분류하려면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해당 라벨의 context 유지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초기 1,000개 · 신규 공격당 100개 누적 · 단계순, 단계 내 표본 수 내림차순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4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>
                <a:solidFill>
                  <a:srgbClr val="65717D"/>
                </a:solidFill>
                <a:latin typeface="Pretendard"/>
                <a:ea typeface="Pretendard"/>
              </a:rPr>
              <a:t>전체 test: CIC2018 3,042,473개 / ToN 2,271,723개 · 최종 모델 · seed 43 혼합 순서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65717D"/>
                </a:solidFill>
                <a:latin typeface="Pretendard"/>
                <a:ea typeface="Pretendard"/>
              </a:rPr>
              <a:t>최종 상태 전체 test 평가 · XGB: 누적 재학습 · TabPFN: FT 없이 누적 context 갱신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비용: 2단계 이후 갱신 합계 · 초기 준비·추론 제외 · 두 데이터셋 동일 비용 눈금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제안 모델·SOTA 성능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동일 라벨 예산: CIC2018 1,400개 / ToN 1,700개 · 최종 상태 전체 test 평가</a:t>
            </a:r>
          </a:p>
        </p:txBody>
      </p:sp>
      <p:pic>
        <p:nvPicPr>
          <p:cNvPr id="6" name="Picture 5" descr="small_sota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17320"/>
            <a:ext cx="11704320" cy="4197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35040"/>
            <a:ext cx="1097280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TabPFN·DistPFN: FT 없음 · test를 8,192개씩 혼합 평가 · 제안 모델 expert 호출 0건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신규 공격 표본 수에 따른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배치 검토용 · 기존 10·20·50·100개 결과 · 200·400개 추가 실험 대기</a:t>
            </a:r>
          </a:p>
        </p:txBody>
      </p:sp>
      <p:pic>
        <p:nvPicPr>
          <p:cNvPr id="6" name="Picture 5" descr="label_budge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81328"/>
            <a:ext cx="1170432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650992"/>
            <a:ext cx="10881360" cy="50292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00306C"/>
                </a:solidFill>
                <a:latin typeface="Pretendard"/>
                <a:ea typeface="Pretendard"/>
              </a:rPr>
              <a:t>신규 공격 100개 · XGB 대비 TabPFN 차이: CIC2018 +0.95%p · ToN +3.49%p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 시나리오 · CIC2018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동일 공격 순서 · 소규모: 신규 공격당 100개 · 대규모: Benign 매 단계 15,000개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이번 단계 추가 수 (개)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누적 수 (개)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추가 클래스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2,518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2,403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19,921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24,820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16,780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51,701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44,730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450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66,710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60,180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82,351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80,090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2,649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별도 검증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8,211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8,047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별도 검증: 제안 모델의 잔차 확률 보정·expert 채택 기준 선택 · 소규모는 전체 예산 내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자연: 학습 공격 비율 · 균등: 공격별 균등, 표본 상한 반영 · 단계순, 단계 내 자연 추가 수 내림차순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 시나리오 · 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동일 공격 순서 · 소규모: 신규 공격당 100개 · 대규모: Benign 매 단계 12,500개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이번 단계 추가 수 (개)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누적 수 (개)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추가 클래스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644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13,312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18,212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5,785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1,899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33,496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36,424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6,009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52,005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9,308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73,813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67,136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1,136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2,857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2,151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87,469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84,644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별도 검증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별도 검증: 제안 모델의 잔차 확률 보정·expert 채택 기준 선택 · 소규모는 전체 예산 내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자연: 학습 공격 비율 · 균등: 공격별 균등, 표본 상한 반영 · 단계순, 단계 내 자연 추가 수 내림차순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개의 최종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배치 검토용 · 기존 순차 재생 점수 표시 · 최종 모델 전체 test 재평가 진행 중</a:t>
            </a:r>
          </a:p>
        </p:txBody>
      </p:sp>
      <p:pic>
        <p:nvPicPr>
          <p:cNvPr id="6" name="Picture 5" descr="large_fin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53312"/>
            <a:ext cx="11704320" cy="4690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99048"/>
            <a:ext cx="10972800" cy="21945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본문과 동일 test·혼합 순서·최종 상태 평가 · 학습·검증 예산 상이 · BoostPFN v1, 나머지 PFN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