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모델의 예측 혼동행렬이 아니라 동일 feature에서 복수 라벨이 관찰되는 비율</a:t>
            </a:r>
          </a:p>
          <a:p>
            <a:r>
              <a:t>분모는 원래 행 클래스의 모든 표본이며 정제 전 전체 데이터 기준</a:t>
            </a:r>
          </a:p>
          <a:p>
            <a:r>
              <a:t>A와 B가 서로 feature를 공유하더라도 클래스 크기가 달라 셀 비율은 비대칭</a:t>
            </a:r>
          </a:p>
          <a:p>
            <a:r>
              <a:t>한 행이 여러 다른 라벨과 공유되면 여러 셀에 집계되므로 행 합은 제거 비율이 아님</a:t>
            </a:r>
          </a:p>
          <a:p>
            <a:r>
              <a:t>Web attack: Benign만 1,335행, Infiltration만 3행, 양쪽 모두 429행, 겹침 없는 771행</a:t>
            </a:r>
          </a:p>
          <a:p>
            <a:r>
              <a:t>데이터 및 그림 원본: docs/slides/kor/1002_intro_assets/</a:t>
            </a:r>
          </a:p>
          <a:p>
            <a:r>
              <a:t>열 약어는 행의 전체 클래스명과 같은 순서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정제 전후 클래스별 행 수는 현재 fixed-split의 class_counts.csv를 train/val/test 전체 합산</a:t>
            </a:r>
          </a:p>
          <a:p>
            <a:r>
              <a:t>CIC2018 합계 20,115,529 → 14,755,417; ToN 합계 27,520,260 → 10,807,288</a:t>
            </a:r>
          </a:p>
          <a:p>
            <a:r>
              <a:t>구성비 분모는 각각 정제 전 전체 행과 정제 후 전체 행</a:t>
            </a:r>
          </a:p>
          <a:p>
            <a:r>
              <a:t>CIC2018 Infiltration 188,152 → 46,761; Web attack 2,538 → 771</a:t>
            </a:r>
          </a:p>
          <a:p>
            <a:r>
              <a:t>사용자 요청에 따라 제거 기준 설명 제외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0904 사용자 편집본의 오프라인/온라인 두 단계 흐름도를 현재 구현에 맞춰 재구성</a:t>
            </a:r>
          </a:p>
          <a:p>
            <a:r>
              <a:t>Expert 풀에서 residual을 계산하되 Global 오분류만으로 context를 제한하지 않음</a:t>
            </a:r>
          </a:p>
          <a:p>
            <a:r>
              <a:t>Residual에는 입력 표현, Global 확률, 정답과 확률의 차이, 오류 크기 사용</a:t>
            </a:r>
          </a:p>
          <a:p>
            <a:r>
              <a:t>공통 anchor로 클래스 사례를 제공하고 군집별 특화 block으로 각 expert 구성</a:t>
            </a:r>
          </a:p>
          <a:p>
            <a:r>
              <a:t>Scorer는 expert 선택 및 사전 호출 판단; verifier는 expert 예측 수락 판단</a:t>
            </a:r>
          </a:p>
          <a:p>
            <a:r>
              <a:t>현재 context 비교 결과에는 새 bank의 S/V를 아직 적용하지 않음</a:t>
            </a:r>
          </a:p>
          <a:p>
            <a:r>
              <a:t>본 장은 전체 모델 설계 소개이며 S/V 활성화나 성능 개선을 주장하지 않음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클래스별 F1은 EXP59와 EXP61에서 확인한 seed 43 Global의 전체 test 결과</a:t>
            </a:r>
          </a:p>
          <a:p>
            <a:r>
              <a:t>기존 expert e3 사례는 EXP59의 기존 residual context</a:t>
            </a:r>
          </a:p>
          <a:p>
            <a:r>
              <a:t>담당 residual 영역은 정답 사용 진단, 입력 유사군은 입력·Global 확률 기반의 고정 배정</a:t>
            </a:r>
          </a:p>
          <a:p>
            <a:r>
              <a:t>두 범위의 표본은 다르므로 F1을 범위 사이에 직접 비교하지 않음</a:t>
            </a:r>
          </a:p>
          <a:p>
            <a:r>
              <a:t>CIC2018 e3 Infiltration은 입력유사군에서 높은 recall에도 precision 12.4%; ToN e3 Injection은 precision 8.7%</a:t>
            </a:r>
          </a:p>
          <a:p>
            <a:r>
              <a:t>해결 방향은 교정 대상을 유지하면서 상대 클래스 FP를 줄이는 context 구성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EXP61 완료 결과, 2026-09-30 갱신</a:t>
            </a:r>
          </a:p>
          <a:p>
            <a:r>
              <a:t>모순 제거 fixed split 및 Global C0의 정확히 같은 100,000개 학습 ID 사용</a:t>
            </a:r>
          </a:p>
          <a:p>
            <a:r>
              <a:t>Test: CIC2018 3,042,473행, ToN 2,271,723행, 전체 test 평가</a:t>
            </a:r>
          </a:p>
          <a:p>
            <a:r>
              <a:t>XGB 전체 train: CIC2018 8,666,430행, ToN 4,669,119행, 별도 학습량 기준</a:t>
            </a:r>
          </a:p>
          <a:p>
            <a:r>
              <a:t>Global/DistPFN backbone v3, BoostPFN/LoCalPFN backbone v1</a:t>
            </a:r>
          </a:p>
          <a:p>
            <a:r>
              <a:t>LoCalPFN은 validation AUC로 미세조정 checkpoint 선택, validation CIC 30,194 / ToN 41,744행</a:t>
            </a:r>
          </a:p>
          <a:p>
            <a:r>
              <a:t>BoostPFN T=50, context 500, LoCalPFN context 1000, FT 21 epochs × 30 steps</a:t>
            </a:r>
          </a:p>
          <a:p>
            <a:r>
              <a:t>동일 train ID 비교이며 backbone과 validation 사용까지 동일하다는 의미는 아님</a:t>
            </a:r>
          </a:p>
          <a:p>
            <a:r>
              <a:t>클래스별 최고값은 공통 100k 방법 내 비교, 전체 train XGB 제외</a:t>
            </a:r>
          </a:p>
          <a:p>
            <a:r>
              <a:t>현재 제안 expert/S/V 전체 시스템의 성능은 이 표에 포함하지 않음</a:t>
            </a:r>
          </a:p>
          <a:p>
            <a:r>
              <a:t>단일 seed, 현재 test는 이미 관찰한 development holdout</a:t>
            </a:r>
          </a:p>
          <a:p>
            <a:r>
              <a:t>docs/research/20260930/exp61_report_data.json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EXP61 실행에서 측정한 fit, full-test prediction, 프로세스별 GPU 사용량</a:t>
            </a:r>
          </a:p>
          <a:p>
            <a:r>
              <a:t>2개 worker가 GPU를 공유하므로 모델 간 단독 실행 속도 배수로 해석하지 않음</a:t>
            </a:r>
          </a:p>
          <a:p>
            <a:r>
              <a:t>LoCalPFN validation은 fit에 포함: CIC 3,129.97초 / ToN 5,694.41초</a:t>
            </a:r>
          </a:p>
          <a:p>
            <a:r>
              <a:t>DistPFN fit/predict는 Global 계산 공유, 합산하여 두 번 계산하지 않음</a:t>
            </a:r>
          </a:p>
          <a:p>
            <a:r>
              <a:t>Global은 별도 저장된 backbone 예측 기준, DistPFN의 prior 후처리만 약 0.19초 추가</a:t>
            </a:r>
          </a:p>
          <a:p>
            <a:r>
              <a:t>추론 throughput과 단계별 RAM, 전체 input-loading peak는 HTML 상세표 및 cost.json 제공</a:t>
            </a:r>
          </a:p>
          <a:p>
            <a:r>
              <a:t>모델 RAM 범위는 전처리, 모델 로딩, fit, validation, predict이며 원본 PKL 로딩 제외</a:t>
            </a:r>
          </a:p>
          <a:p>
            <a:r>
              <a:t>단일 GPU 실제 전체 wall time은 약 6.65시간, 병렬 job 시간 합과 구분</a:t>
            </a:r>
          </a:p>
          <a:p>
            <a:r>
              <a:t>docs/research/20260930/exp61_report_data.json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본문·수치·그림·해석 TBD</a:t>
            </a:r>
          </a:p>
          <a:p>
            <a:r>
              <a:t>담당 영역과 입력 유사군의 분류 능력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본문·수치·그림·해석 TBD</a:t>
            </a:r>
          </a:p>
          <a:p>
            <a:r>
              <a:t>Scorer와 verifier의 기여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seed 43, K=4 bank의 신규 S/V ablation 및 최종 제안 모델 결과 TBD</a:t>
            </a:r>
          </a:p>
          <a:p>
            <a:r>
              <a:t>EXP61 기준선 성능은 5장, 비용은 6장에 작성 완료</a:t>
            </a:r>
          </a:p>
          <a:p>
            <a:r>
              <a:t>Expert와 route의 추가 학습 라벨은 Global C0 100k 예산과 별도로 보고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본문·수치·그림·해석 TBD</a:t>
            </a:r>
          </a:p>
          <a:p>
            <a:r>
              <a:t>확인된 효과와 다음 개선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동일 feature를 공유하는 클래스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데이터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23544"/>
            <a:ext cx="11055096" cy="30175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행: 원래 라벨     열: 동일 feature의 다른 라벨     셀: 행 클래스 전체 대비 비율 (%)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44168"/>
            <a:ext cx="5394960" cy="2057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344168"/>
            <a:ext cx="5394960" cy="2057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557016"/>
            <a:ext cx="5394960" cy="2057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3557016"/>
            <a:ext cx="539496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797296"/>
            <a:ext cx="6537960" cy="283464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빈칸: 0%   ·: 1% 미만   회색: 동일 클래스   같은 행의 중복 집계로 합산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9248" y="5843016"/>
            <a:ext cx="411480" cy="12801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71816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02752" y="5843016"/>
            <a:ext cx="411480" cy="128016"/>
          </a:xfrm>
          <a:prstGeom prst="rect">
            <a:avLst/>
          </a:prstGeom>
          <a:solidFill>
            <a:srgbClr val="9CC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6256" y="5843016"/>
            <a:ext cx="411480" cy="128016"/>
          </a:xfrm>
          <a:prstGeom prst="rect">
            <a:avLst/>
          </a:prstGeom>
          <a:solidFill>
            <a:srgbClr val="4B9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8824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5843016"/>
            <a:ext cx="411480" cy="128016"/>
          </a:xfrm>
          <a:prstGeom prst="rect">
            <a:avLst/>
          </a:prstGeom>
          <a:solidFill>
            <a:srgbClr val="126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13264" y="5843016"/>
            <a:ext cx="411480" cy="128016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9064" y="5815584"/>
            <a:ext cx="822960" cy="246888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Web attack: 1,764 + 432 − 중복 429 = 1,767행 제거 · 771행 잔존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정제 이후 클래스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데이터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23544"/>
            <a:ext cx="11055096" cy="30175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전체 데이터 기준 (train + validation + test) · 행 수와 데이터셋 내 클래스 비중 (%)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80744"/>
            <a:ext cx="5394960" cy="35661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56231"/>
          <a:ext cx="5394960" cy="29132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7592"/>
                <a:gridCol w="1261872"/>
                <a:gridCol w="1261872"/>
                <a:gridCol w="1563624"/>
              </a:tblGrid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전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후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전 → 후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17,514,626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12,798,328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87.07 → 86.74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Bot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207,703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207,703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1.03 → 1.41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Brute force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575,194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188,414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2.86 → 1.28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1,324,350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1,316,025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6.58 → 8.92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302,966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197,415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1.51 → 1.34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Infiltration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188,152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46,761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0.94 → 0.32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Web attack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2,538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771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0.013 → 0.005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20,115,529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14,755,417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 → 100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074920"/>
            <a:ext cx="5394960" cy="65836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5129784"/>
            <a:ext cx="5084064" cy="5029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Infiltration 75.1% 감소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Web attack 69.6% 감소 · 정제 후 771행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1380744"/>
            <a:ext cx="5394960" cy="35661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ToN-IoT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27064" y="1856231"/>
          <a:ext cx="5394960" cy="38843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7592"/>
                <a:gridCol w="1261872"/>
                <a:gridCol w="1261872"/>
                <a:gridCol w="1563624"/>
              </a:tblGrid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전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후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전 → 후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Backdoor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203,384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200,688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0.74 → 1.86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16,792,214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6,446,120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61.02 → 59.65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4,141,256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925,247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15.05 → 8.56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203,456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113,655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0.74 → 1.05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Injection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381,777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341,263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1.39 → 3.16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MitM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6,013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5,446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0.022 → 0.050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Password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1,594,777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1,061,699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5.79 → 9.82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Ransomware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3,971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3,604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0.014 → 0.033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Scanning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1,358,977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39,069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4.94 → 0.36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XSS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2,834,435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1,670,497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10.30 → 15.46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27,520,260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10,807,288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 → 100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 후에도 남는 클래스 불균형 · CIC2018 Web attack 771행, ToN Scanning 39,069행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Global과 residual expert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모델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283464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학습 데이터의 역할 분리 · Global 구성 / Expert 구성 / S·V 학습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풀 · 공통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풀 · residual과 expert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Route 풀 · S/V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93392"/>
            <a:ext cx="11055096" cy="25603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오프라인 · 모델 구성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공통 context로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기본 분류기 구성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25496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Residual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입력 표현·예측 확률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정답과의 차이·오류 크기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Residual 군집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실패 특성에 따라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K개 군집으로 분할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2631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97496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공통 anchor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+ 군집별 특화 block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6064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S/V 학습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Global·expert의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교정·훼손 사례 학습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87752" y="2944368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46320" y="2944368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04888" y="2944368"/>
            <a:ext cx="237743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63455" y="2944368"/>
            <a:ext cx="237745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3685032"/>
            <a:ext cx="11055096" cy="25603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온라인 · 입력별 예측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예측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기본 클래스 예측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25496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Scorer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8648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Expert 선택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호출 여부 판단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84064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38927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추론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7216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선택한 context로 분류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42631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97496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Verifier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5783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Expert 예측의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채택 여부 판단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56064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최종 예측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채택 시 expert 예측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87752" y="4626864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846320" y="4626864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04888" y="4626864"/>
            <a:ext cx="237743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363455" y="4626864"/>
            <a:ext cx="237745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835908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53044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835908" y="5577840"/>
            <a:ext cx="6775704" cy="0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611612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5733288"/>
            <a:ext cx="11055096" cy="283464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호출 또는 채택 조건 미충족 → Global 예측 유지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Backbone 고정 · context로 expert 구성 · S/V로 예측 교체 여부 결정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Global의 클래스별 성능과 expert의 병목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모델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23544"/>
            <a:ext cx="11055096" cy="30175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정제 데이터 · seed 43 · 기존 residual context의 진단 · S/V 적용 전</a:t>
            </a:r>
          </a:p>
        </p:txBody>
      </p:sp>
      <p:pic>
        <p:nvPicPr>
          <p:cNvPr id="7" name="Picture 6" descr="cic2018_global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80744"/>
            <a:ext cx="539496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4407408"/>
            <a:ext cx="5394960" cy="120700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4480560"/>
            <a:ext cx="5120640" cy="25603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기존 e3 · Infiltration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809744"/>
            <a:ext cx="5120640" cy="26517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담당영역 F1  0.440 → 0.967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5157216"/>
            <a:ext cx="5120640" cy="26517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입력유사군 Precision 12.4% · FP 7,935 → 21,535</a:t>
            </a:r>
          </a:p>
        </p:txBody>
      </p:sp>
      <p:pic>
        <p:nvPicPr>
          <p:cNvPr id="12" name="Picture 11" descr="toniot_global_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380744"/>
            <a:ext cx="5394960" cy="2743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27064" y="4407408"/>
            <a:ext cx="5394960" cy="120700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4480560"/>
            <a:ext cx="5120640" cy="25603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기존 e3 ·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809744"/>
            <a:ext cx="5120640" cy="26517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담당영역 F1  0.159 → 0.939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5157216"/>
            <a:ext cx="5120640" cy="26517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입력유사군 Precision 8.7% · FP 581 → 14,222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15584"/>
            <a:ext cx="11055096" cy="292608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담당영역: 정답 residual 배정 · 입력유사군: 입력 표현과 Global 확률로 배정 · 화살표: Global → Expert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담당 오류를 고치는 능력과 유사한 다른 클래스를 구분하는 능력을 함께 개선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정제 데이터의 SOTA 분류 성능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SOTA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50976"/>
            <a:ext cx="11055096" cy="31089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Seed 43 · 동일 C0 100,000행 · CIC2018 test 304만 행 / ToN test 227만 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63040"/>
          <a:ext cx="11055096" cy="313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2103120"/>
                <a:gridCol w="2103120"/>
                <a:gridCol w="3282696"/>
              </a:tblGrid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 Macro-F1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Macro-F1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 풀 행 수 · CIC / ToN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TabPFN v3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0.7824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0.6796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100,000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0.7821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007B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0.6983</a:t>
                      </a:r>
                    </a:p>
                  </a:txBody>
                  <a:tcPr marL="109728" marR="109728" marT="54864" marB="54864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100,000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BoostPFN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0.7148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0.5866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100,000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LoCalPFN · FT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0.7024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0.6462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100,000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DistPFN · v3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007B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0.7839</a:t>
                      </a:r>
                    </a:p>
                  </a:txBody>
                  <a:tcPr marL="109728" marR="109728" marT="54864" marB="54864">
                    <a:solidFill>
                      <a:srgbClr val="E7F0F8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0.6682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100,000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 · 전체 train</a:t>
                      </a:r>
                    </a:p>
                  </a:txBody>
                  <a:tcPr marL="109728" marR="109728" marT="54864" marB="54864">
                    <a:solidFill>
                      <a:srgbClr val="E8EDF2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0.7795</a:t>
                      </a:r>
                    </a:p>
                  </a:txBody>
                  <a:tcPr marL="109728" marR="109728" marT="54864" marB="54864">
                    <a:solidFill>
                      <a:srgbClr val="E8EDF2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0.7162</a:t>
                      </a:r>
                    </a:p>
                  </a:txBody>
                  <a:tcPr marL="109728" marR="109728" marT="54864" marB="54864">
                    <a:solidFill>
                      <a:srgbClr val="E8EDF2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866만 / 467만</a:t>
                      </a:r>
                    </a:p>
                  </a:txBody>
                  <a:tcPr marL="109728" marR="109728" marT="54864" marB="54864"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736592"/>
            <a:ext cx="11055096" cy="32004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전체 train XGB: 추가 학습량을 허용한 참고 기준 · Global: expert·S/V 적용 전 기본 분류기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294376"/>
            <a:ext cx="5394960" cy="89611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5340096"/>
            <a:ext cx="5138928" cy="21945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 · 클래스별 차이 · 공통 100k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623560"/>
            <a:ext cx="5138928" cy="44805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Infiltration 최고 F1 0.3055 · DistPFN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Web attack 최고 F1 0.3321 · XGB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5294376"/>
            <a:ext cx="5394960" cy="89611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5340096"/>
            <a:ext cx="5138928" cy="21945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 · 클래스별 차이 · 공통 100k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5623560"/>
            <a:ext cx="5138928" cy="448056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MitM 최고 F1 0.2363 · XGB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Scanning 최고 F1 0.3281 · BoostPFN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동일 10만 행 기준 최고 Macro-F1 · CIC2018 DistPFN 0.7839 · ToN XGB 0.6983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SOTA 학습·추론 비용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SOTA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50976"/>
            <a:ext cx="11055096" cy="32004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RTX 4090 24GB · 최대 2개 작업 병렬 · 자원 경합을 포함한 경과 시간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99616"/>
          <a:ext cx="11055096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/>
                <a:gridCol w="1508760"/>
                <a:gridCol w="1645920"/>
                <a:gridCol w="1508760"/>
                <a:gridCol w="1645920"/>
                <a:gridCol w="1956816"/>
              </a:tblGrid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학습 (초)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추론 (초)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학습 (초)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추론 (초)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GPU GiB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/ ToN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TabPFN v3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36.4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1,099.3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36.7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821.7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2.92 / 2.94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2.3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55.4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0.55 / 0.53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BoostPFN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98.5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2,308.5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97.8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1,737.6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0.89 / 0.89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LoCalPFN · FT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3,196.3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17,300.8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5,783.1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11,144.8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7.54 / 7.54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DistPFN · v3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36.4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1,099.4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36.7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821.9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2.92 / 2.94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 · 전체 train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107.8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143.2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1.1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3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2.20 / 1.59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928616"/>
            <a:ext cx="11055096" cy="3657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LoCalPFN 학습에 validation 포함 · 전체 test 추론에 kNN 검색 포함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04104"/>
            <a:ext cx="11055096" cy="3657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DistPFN은 Global fit·추론 공유 · prior 보정 추가 시간 약 0.19초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61304"/>
            <a:ext cx="11055096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8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GPU: 1초 간격 프로세스별 최대값 · 단독 실행 속도 비교와 구분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LoCalPFN 전체 test 추론 · CIC2018 4.81시간 · ToN 3.10시간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담당 영역과 입력 유사군의 분류 능력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80192" y="402336"/>
            <a:ext cx="941832" cy="2834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초안 · TBD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Expert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5394960" cy="391363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80160"/>
            <a:ext cx="5394960" cy="438912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07592"/>
            <a:ext cx="5212080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관점 A · 담당 residual 영역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280160"/>
            <a:ext cx="5394960" cy="391363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280160"/>
            <a:ext cx="5394960" cy="438912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3" y="1307592"/>
            <a:ext cx="5212080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관점 B · 입력 유사군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65376"/>
            <a:ext cx="5065776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대표 expert · 클래스: TBD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2423160"/>
          <a:ext cx="506577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3936"/>
                <a:gridCol w="1645920"/>
                <a:gridCol w="1645920"/>
              </a:tblGrid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Precision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Recall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F1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" y="4498848"/>
            <a:ext cx="2423160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교정: TBD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498848"/>
            <a:ext cx="2459736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훼손: TBD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1865376"/>
            <a:ext cx="5065776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대표 expert · 클래스: TBD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391655" y="2423160"/>
          <a:ext cx="506577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3936"/>
                <a:gridCol w="1645920"/>
                <a:gridCol w="1645920"/>
              </a:tblGrid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Precision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Recall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F1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391655" y="4498848"/>
            <a:ext cx="2423160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교정: TBD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4498848"/>
            <a:ext cx="2459736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훼손: TBD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04688"/>
            <a:ext cx="1105509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577840"/>
            <a:ext cx="1371600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577840"/>
            <a:ext cx="9272016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Scorer와 verifier의 기여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80192" y="402336"/>
            <a:ext cx="941832" cy="2834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초안 · TBD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구성요소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25880"/>
          <a:ext cx="11055096" cy="3182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91256"/>
                <a:gridCol w="1828800"/>
                <a:gridCol w="1828800"/>
                <a:gridCol w="2103120"/>
                <a:gridCol w="2103120"/>
              </a:tblGrid>
              <a:tr h="530352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ToN-IoT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호출 · 채택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교정 · 훼손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530352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S·V 없음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530352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V만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530352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S+V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4754880"/>
            <a:ext cx="11055096" cy="448056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809744"/>
            <a:ext cx="2743200" cy="32004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Context · gate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809744"/>
            <a:ext cx="7818120" cy="32004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504688"/>
            <a:ext cx="1105509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577840"/>
            <a:ext cx="1371600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577840"/>
            <a:ext cx="9272016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제안 모델의 최종 성능과 비용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최종 모델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50976"/>
            <a:ext cx="11055096" cy="32004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검증된 expert·S/V 구성의 최종 비교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08760"/>
          <a:ext cx="11055096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91256"/>
                <a:gridCol w="2011680"/>
                <a:gridCol w="2011680"/>
                <a:gridCol w="1920240"/>
                <a:gridCol w="1920240"/>
              </a:tblGrid>
              <a:tr h="58521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 정보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호출 비용</a:t>
                      </a:r>
                    </a:p>
                  </a:txBody>
                  <a:tcPr marL="109728" marR="109728" marT="54864" marB="54864">
                    <a:solidFill>
                      <a:srgbClr val="00306C"/>
                    </a:solidFill>
                  </a:tcPr>
                </a:tc>
              </a:tr>
              <a:tr h="58521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 · S/V 없음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 · S만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  <a:tr h="58521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 · V만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 · S+V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  <a:tc>
                  <a:txBody>
                    <a:bodyPr wrap="square" lIns="109728" rIns="109728" tIns="36576" bIns="36576" anchor="ctr">
                      <a:no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8393A5"/>
                          </a:solidFill>
                          <a:latin typeface="Pretendard"/>
                          <a:ea typeface="Pretendard"/>
                          <a:cs typeface="Pretendard"/>
                        </a:rPr>
                        <a:t>TBD</a:t>
                      </a:r>
                    </a:p>
                  </a:txBody>
                  <a:tcPr marL="109728" marR="109728" marT="54864" marB="54864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4818888"/>
            <a:ext cx="11055096" cy="98755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928616"/>
            <a:ext cx="10725912" cy="301752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비교 기준: 5장의 SOTA 성능 · 6장의 측정 비용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85816"/>
            <a:ext cx="10725912" cy="246888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Expert·route의 추가 학습 행 수와 조건부 추론 비용을 포함한 비교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9921240" cy="594360"/>
          </a:xfrm>
          <a:prstGeom prst="rect">
            <a:avLst/>
          </a:prstGeom>
          <a:noFill/>
        </p:spPr>
        <p:txBody>
          <a:bodyPr wrap="square" lIns="0" rIns="0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확인된 효과와 다음 개선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80192" y="402336"/>
            <a:ext cx="941832" cy="2834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초안 · TBD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3538728" cy="197510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80160"/>
            <a:ext cx="3538728" cy="438912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07592"/>
            <a:ext cx="3355848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Context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37943"/>
            <a:ext cx="3209544" cy="127101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280160"/>
            <a:ext cx="3538728" cy="197510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280160"/>
            <a:ext cx="3538728" cy="438912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307592"/>
            <a:ext cx="3355848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구분 능력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1837943"/>
            <a:ext cx="3209544" cy="127101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280160"/>
            <a:ext cx="3538728" cy="197510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280160"/>
            <a:ext cx="3538728" cy="438912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307592"/>
            <a:ext cx="3355848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최종 모델 성능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837943"/>
            <a:ext cx="3209544" cy="1271016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38728"/>
            <a:ext cx="11055096" cy="166420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538728"/>
            <a:ext cx="11055096" cy="438912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66160"/>
            <a:ext cx="10872216" cy="374904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다음 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96512"/>
            <a:ext cx="10725912" cy="96012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04688"/>
            <a:ext cx="11055096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577840"/>
            <a:ext cx="1371600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발표 결론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577840"/>
            <a:ext cx="9272016" cy="365760"/>
          </a:xfrm>
          <a:prstGeom prst="rect">
            <a:avLst/>
          </a:prstGeom>
          <a:noFill/>
        </p:spPr>
        <p:txBody>
          <a:bodyPr wrap="square" lIns="109728" rIns="109728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8393A5"/>
                </a:solidFill>
                <a:latin typeface="Pretendard"/>
                <a:ea typeface="Pretendard"/>
                <a:cs typeface="Pretendard"/>
              </a:rPr>
              <a:t>TBD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10월 2일 랩미팅 · 한국어 초안</dc:title>
  <dc:subject>데이터 검토, context 구성, expert 역량, S/V, 기존 방법 비교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1~6장 작성, 7~10장 후속 모델 실험 TBD</dc:description>
</cp:coreProperties>
</file>