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예측 혼동행렬이 아니라 동일 feature에서 복수 라벨이 관찰되는 비율</a:t>
            </a:r>
          </a:p>
          <a:p>
            <a:r>
              <a:t>분모는 원래 행 클래스의 모든 표본이며 정제 전 전체 데이터 기준</a:t>
            </a:r>
          </a:p>
          <a:p>
            <a:r>
              <a:t>A와 B가 서로 feature를 공유하더라도 클래스 크기가 달라 셀 비율은 비대칭</a:t>
            </a:r>
          </a:p>
          <a:p>
            <a:r>
              <a:t>한 행이 여러 다른 라벨과 공유되면 여러 셀에 집계되므로 행 합은 제거 비율이 아님</a:t>
            </a:r>
          </a:p>
          <a:p>
            <a:r>
              <a:t>Web attack: Benign만 1,335행, Infiltration만 3행, 양쪽 모두 429행, 겹침 없는 771행</a:t>
            </a:r>
          </a:p>
          <a:p>
            <a:r>
              <a:t>데이터 및 그림 원본: docs/slides/kor/1002_intro_assets/</a:t>
            </a:r>
          </a:p>
          <a:p>
            <a:r>
              <a:t>열 약어는 행의 전체 클래스명과 같은 순서</a:t>
            </a:r>
          </a:p>
          <a:p>
            <a:r>
              <a:t>행과 열 모두 정제 전 전체 클래스 표본 수 내림차순</a:t>
            </a:r>
          </a:p>
          <a:p>
            <a:r>
              <a:t>동일 feature의 상충 라벨은 관찰 사실이며 window 라벨링을 모든 상충의 원인으로 단정하지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정제 전후 클래스별 행 수는 현재 fixed-split의 class_counts.csv를 train/val/test 전체 합산</a:t>
            </a:r>
          </a:p>
          <a:p>
            <a:r>
              <a:t>CIC2018 합계 20,115,529 → 14,755,417; ToN 합계 27,520,260 → 10,807,288</a:t>
            </a:r>
          </a:p>
          <a:p>
            <a:r>
              <a:t>구성비 분모는 각각 정제 전 전체 행과 정제 후 전체 행</a:t>
            </a:r>
          </a:p>
          <a:p>
            <a:r>
              <a:t>CIC2018 Infiltration 188,152 → 46,761; Web attack 2,538 → 771</a:t>
            </a:r>
          </a:p>
          <a:p>
            <a:r>
              <a:t>사용자 요청에 따라 제거 기준 설명 제외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0904 사용자 편집본의 오프라인/온라인 두 단계 흐름도를 현재 구현에 맞춰 재구성</a:t>
            </a:r>
          </a:p>
          <a:p>
            <a:r>
              <a:t>Expert 풀에서 residual을 계산하되 Global 오분류만으로 context를 제한하지 않음</a:t>
            </a:r>
          </a:p>
          <a:p>
            <a:r>
              <a:t>Residual에는 입력 표현, Global 확률, 정답과 확률의 차이, 오류 크기 사용</a:t>
            </a:r>
          </a:p>
          <a:p>
            <a:r>
              <a:t>공통 anchor로 클래스 사례를 제공하고 군집별 특화 block으로 각 expert 구성</a:t>
            </a:r>
          </a:p>
          <a:p>
            <a:r>
              <a:t>Scorer는 expert 선택 및 사전 호출 판단; verifier는 expert 예측 수락 판단</a:t>
            </a:r>
          </a:p>
          <a:p>
            <a:r>
              <a:t>정제 데이터에서 seed 43, K=2/4/6/8 expert와 S/V를 적용한 결과를 뒤에서 제시</a:t>
            </a:r>
          </a:p>
          <a:p>
            <a:r>
              <a:t>본 장은 학습·추론 구조이며 정답 residual을 온라인 routing에 사용하지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현재까지 시도한 context 구성 방법 중 하나로 제시</a:t>
            </a:r>
          </a:p>
          <a:p>
            <a:r>
              <a:t>Global 100,000행 context 및 anchor ID 고정, residual KMeans 군집 수만 2/4/6/8로 변경</a:t>
            </a:r>
          </a:p>
          <a:p>
            <a:r>
              <a:t>Residual에는 입력 표현, Global 예측 확률, 정답과 확률의 차이, 오류 크기가 포함</a:t>
            </a:r>
          </a:p>
          <a:p>
            <a:r>
              <a:t>Expert context에는 선택된 원래 feature와 label 쌍을 제공, residual을 추가 feature로 제공하지 않음</a:t>
            </a:r>
          </a:p>
          <a:p>
            <a:r>
              <a:t>Block은 Global이 틀린 행만으로 구성되지 않으며 다양성 선택을 포함</a:t>
            </a:r>
          </a:p>
          <a:p>
            <a:r>
              <a:t>각 block 상한 186,000행, 군집이 작으면 가능한 표본 사용</a:t>
            </a:r>
          </a:p>
          <a:p>
            <a:r>
              <a:t>K별 합계는 중복 anchor를 포함한 context 행 수의 합이며 고유 학습 표본 수와 다름</a:t>
            </a:r>
          </a:p>
          <a:p>
            <a:r>
              <a:t>K가 증가하면 총 context 크기도 달라지므로 고정 총예산 실험으로 해석하지 않음</a:t>
            </a:r>
          </a:p>
          <a:p>
            <a:r>
              <a:t>근거: docs/research/20260930/exp63_capability_report_data.json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 K=4 saved fitted bank 기준</a:t>
            </a:r>
          </a:p>
          <a:p>
            <a:r>
              <a:t>각 expert가 같은 전체 test를 분류한 raw multiclass F1, S/V 적용 전</a:t>
            </a:r>
          </a:p>
          <a:p>
            <a:r>
              <a:t>이 표는 정답 residual로 표본을 expert에 배정한 oracle 결과가 아님</a:t>
            </a:r>
          </a:p>
          <a:p>
            <a:r>
              <a:t>A/B는 expert별 평가 표본군이 달라 자체 역량의 두 관점으로 사용하지 않음</a:t>
            </a:r>
          </a:p>
          <a:p>
            <a:r>
              <a:t>파란 숫자는 소수 셋째 자리 표시값이 Global보다 클 때만 강조</a:t>
            </a:r>
          </a:p>
          <a:p>
            <a:r>
              <a:t>ToN Scanning은 K=2/4/6/8의 모든 expert에서 test·validation confirm F1 개선</a:t>
            </a:r>
          </a:p>
          <a:p>
            <a:r>
              <a:t>CIC2018 Infiltration은 모든 K에서 test F1 개선 expert 없음</a:t>
            </a:r>
          </a:p>
          <a:p>
            <a:r>
              <a:t>CIC2018 Web attack은 일부 test 개선이 있으나 동일 expert의 confirm 개선 없음</a:t>
            </a:r>
          </a:p>
          <a:p>
            <a:r>
              <a:t>같은 클래스에서 test와 confirm의 개선 방향을 확인하며 두 split의 F1 절대값 차이를 직접 일반화 격차로 해석하지 않음</a:t>
            </a:r>
          </a:p>
          <a:p>
            <a:r>
              <a:t>단일 클래스의 개선으로 expert 전체가 Global보다 우수하다고 해석하지 않음</a:t>
            </a:r>
          </a:p>
          <a:p>
            <a:r>
              <a:t>근거: 각 dataset_k4/diagnostics/expert_class_metrics.csv 및 EXP63 capability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EXP63의 S1V0 설정 이름은 S와 V를 모두 학습한 현재 완전판이며 V 제거 ablation을 뜻하지 않음</a:t>
            </a:r>
          </a:p>
          <a:p>
            <a:r>
              <a:t>K=4는 기존 대표 설정이므로 다음 SOTA 표에도 사용, test 최고 K를 선택한 것이 아님</a:t>
            </a:r>
          </a:p>
          <a:p>
            <a:r>
              <a:t>CIC2018 모든 K: 선택된 정책에서 호출과 채택 모두 0</a:t>
            </a:r>
          </a:p>
          <a:p>
            <a:r>
              <a:t>ToN 모든 K: 정책상 모든 표본에 선택 expert 한 개 호출, 모든 K개 expert를 호출한다는 뜻은 아님</a:t>
            </a:r>
          </a:p>
          <a:p>
            <a:r>
              <a:t>호출과 verifier 채택은 다르며 채택된 출력이 Global과 같은 클래스일 수 있음</a:t>
            </a:r>
          </a:p>
          <a:p>
            <a:r>
              <a:t>실험은 모든 expert 예측을 미리 저장해 정책을 평가했으므로 호출 수는 논리적 호출 수</a:t>
            </a:r>
          </a:p>
          <a:p>
            <a:r>
              <a:t>현재 값으로 sparse online latency를 측정했다고 주장하지 않음</a:t>
            </a:r>
          </a:p>
          <a:p>
            <a:r>
              <a:t>CIC의 호출 부재를 V 하나의 원인으로 단정하지 않으며 이번 발표에서는 원인 분석을 확장하지 않음</a:t>
            </a:r>
          </a:p>
          <a:p>
            <a:r>
              <a:t>별도의 S 제거/V 제거 기여 분리 실험은 이번 표에 포함하지 않음</a:t>
            </a:r>
          </a:p>
          <a:p>
            <a:r>
              <a:t>근거: tabpfn/results/20260930_exp63_k_sweep_s43/*/summary.csv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SOTA는 EXP61, 현재 모델은 EXP63 K=4 결과</a:t>
            </a:r>
          </a:p>
          <a:p>
            <a:r>
              <a:t>현재 모델 수치는 residual oracle 또는 expert별 test 최고값이 아니라 S/V 포함 최종 예측</a:t>
            </a:r>
          </a:p>
          <a:p>
            <a:r>
              <a:t>대표 설정 K=4를 사전에 사용했던 구성으로 유지, ToN test 최고 K=6을 골라 비교하지 않음</a:t>
            </a:r>
          </a:p>
          <a:p>
            <a:r>
              <a:t>첫 5개 방법만 Global C0의 정확히 같은 100,000 train ID 사용</a:t>
            </a:r>
          </a:p>
          <a:p>
            <a:r>
              <a:t>전체 train XGB는 CIC2018 8,666,430행, ToN 4,669,119행 사용</a:t>
            </a:r>
          </a:p>
          <a:p>
            <a:r>
              <a:t>현재 모델은 expert 구성과 S/V 학습을 위한 추가 라벨 데이터를 사용하므로 같은 100k 학습 예산의 SOTA 우위로 주장하지 않음</a:t>
            </a:r>
          </a:p>
          <a:p>
            <a:r>
              <a:t>Global/DistPFN은 v3, BoostPFN/LoCalPFN은 v1, backbone과 validation 사용도 동일하지 않음</a:t>
            </a:r>
          </a:p>
          <a:p>
            <a:r>
              <a:t>단일 seed이며 이미 관찰한 development holdout 결과</a:t>
            </a:r>
          </a:p>
          <a:p>
            <a:r>
              <a:t>근거: docs/research/20260930/exp61_report_data.json 및 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EXP61 측정 비용은 기존 SOTA 표의 실제 fit/predict/GPU 값을 그대로 사용</a:t>
            </a:r>
          </a:p>
          <a:p>
            <a:r>
              <a:t>단독 실행 latency 비교나 고유 속도 배수로 해석하지 않음</a:t>
            </a:r>
          </a:p>
          <a:p>
            <a:r>
              <a:t>GPU는 1초 간격 프로세스별 최대 사용량</a:t>
            </a:r>
          </a:p>
          <a:p>
            <a:r>
              <a:t>현재 모델은 offline으로 모든 expert 예측을 준비한 뒤 정책을 평가했으므로 실제 조건부 호출 비용은 미측정</a:t>
            </a:r>
          </a:p>
          <a:p>
            <a:r>
              <a:t>재사용 집계 작업의 3초 등은 모델의 학습·추론 시간으로 사용하지 않음</a:t>
            </a:r>
          </a:p>
          <a:p>
            <a:r>
              <a:t>ToN 100% 호출은 선택 expert 한 개를 호출하는 정책이며 4개 전부 호출이 아님</a:t>
            </a:r>
          </a:p>
          <a:p>
            <a:r>
              <a:t>근거: 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tabpfn/results/20261001_*_exp64_benign_diversity_s43 (부분집합 screening), *_exp66_supcon_s43, *_exp65_lito_lite_web_attacks_s43 (전체 test), *_exp67_prompt_tuned_s43/s44 (전체 test)</a:t>
            </a:r>
          </a:p>
          <a:p>
            <a:r>
              <a:t>1·3은 층화 부분집합(클래스별 20k cap)에서 screening한 값이라 절대값은 전체 test와 다름, 상대 비교만 사용</a:t>
            </a:r>
          </a:p>
          <a:p>
            <a:r>
              <a:t>2: 합성은 v3 분류기로 분위 구간을 예측하는 imputation 3회 + Global self-authentication p≥0.5. 같은 수의 실제 행 복제가 이기므로 이득은 prior 효과</a:t>
            </a:r>
          </a:p>
          <a:p>
            <a:r>
              <a:t>4: TabPFN differentiable_input, 라벨 고정, context 행만 Adam으로 갱신, query는 D_global 풀(test 미사용). 6개 feature는 grad 비유한으로 고정</a:t>
            </a:r>
          </a:p>
          <a:p>
            <a:r>
              <a:t>4의 첫 run은 NaN grad가 결측으로 숨어 무효였고, 마스킹 후 재실행한 값만 사용</a:t>
            </a:r>
          </a:p>
          <a:p>
            <a:r>
              <a:t>모두 단일 seed(4번만 2 seed)·관찰한 holdout의 예비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EXP68 (tabpfn/scripts/exp68_temporal_arrival.py): test를 시간순 정렬 후 균등 5구간, 각 구간에서 클래스별 첫 10% 행 중 최대 50행을 라벨로 사용(분석가가 새 family의 첫 flow를 라벨링하는 상황), 나머지 행 평가</a:t>
            </a:r>
          </a:p>
          <a:p>
            <a:r>
              <a:t>TabPFN + context: C0 100k에 누적 라벨 행을 추가하고 fit(적재)만 다시 함, backbone·전처리 동일</a:t>
            </a:r>
          </a:p>
          <a:p>
            <a:r>
              <a:t>XGB 재학습: C0 + 누적 라벨로 EXP61 설정(300 trees, depth 8) 재학습</a:t>
            </a:r>
          </a:p>
          <a:p>
            <a:r>
              <a:t>구간별 macro-F1은 그 구간 평가 행에 존재하는 클래스만 평균하므로 전체 test macro-F1과 직접 비교하지 않음</a:t>
            </a:r>
          </a:p>
          <a:p>
            <a:r>
              <a:t>ToN family 출현 순서는 test 시간 5분위 집계(1: ddos·dos·injection·scanning, 2: ddos, 3: password, 4: xss, 5: backdoor·mitm·ransomware)</a:t>
            </a:r>
          </a:p>
          <a:p>
            <a:r>
              <a:t>확장: family holdout(train 제외) → 처음 보는 공격의 출현. 현재는 모든 family가 train에 있는 prequential 설정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방향(10-02): 수치 경쟁이 아니라 모델의 의도를 먼저 세운다</a:t>
            </a:r>
          </a:p>
          <a:p>
            <a:r>
              <a:t>XGB와 TabPFN의 100k 비교 수치는 EXP61 전체 test macro-F1</a:t>
            </a:r>
          </a:p>
          <a:p>
            <a:r>
              <a:t>재학습 시간은 EXP61 전체 train XGB fit(CIC 8,666,430행 / ToN 4,669,119행), 검증·배포 시간은 포함하지 않음</a:t>
            </a:r>
          </a:p>
          <a:p>
            <a:r>
              <a:t>TabPFN 추론 비용이 큰 것은 숨기지 않는다. 주장은 갱신 방식(라벨 효율·무학습)에 있다</a:t>
            </a:r>
          </a:p>
          <a:p>
            <a:r>
              <a:t>적응 효율은 다음 실험(시간순 출현 시나리오)에서 측정한다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10-01 분석(lablog/report/0930.md): EXP63 K=6 cache의 test feature와 route 풀(train 대리)의 표준화 L2 최근접 거리, 집합당 4,000행 표본</a:t>
            </a:r>
          </a:p>
          <a:p>
            <a:r>
              <a:t>scanning: FN 5,886행이 train scanning에 0.60, benign에 2.92 → 유사성 아님, C0 prior 문제. expert e1 + verifier로 0.90(EXP62/63)</a:t>
            </a:r>
          </a:p>
          <a:p>
            <a:r>
              <a:t>infiltration: FP benign 7,935행이 train infiltration 0.11·benign 0.17에 모두 가까움 → 겹침. 모든 SOTA 0.31 이하</a:t>
            </a:r>
          </a:p>
          <a:p>
            <a:r>
              <a:t>ransomware: FP benign 9,368행이 train ransomware 0.12, benign 2.84 → benign 라벨 행이 ransomware와 근사 동일</a:t>
            </a:r>
          </a:p>
          <a:p>
            <a:r>
              <a:t>mitm: FP benign 13,125행이 train 어느 클래스에서도 10 안팎 → test에만 있는 블록. 정답 배정 oracle에서도 FP 55,278로 악화</a:t>
            </a:r>
          </a:p>
          <a:p>
            <a:r>
              <a:t>web attack: EXP65 전체 test, 실제 web 행 복제 1,479행으로 F1 0.210 → 0.320</a:t>
            </a:r>
          </a:p>
          <a:p>
            <a:r>
              <a:t>참조 benign(Global 정답)은 train benign까지 0.01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ceedings.iclr.cc/paper_files/paper/2024/file/5d54d2df6ec8f7b920aa0fec9a6d1b2e-Paper-Conference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lopezm/Supervised-contrastive-learning-over-prototype-label-embeddings" TargetMode="External"/><Relationship Id="rId4" Type="http://schemas.openxmlformats.org/officeDocument/2006/relationships/hyperlink" Target="https://arxiv.org/abs/2402.06971" TargetMode="External"/><Relationship Id="rId5" Type="http://schemas.openxmlformats.org/officeDocument/2006/relationships/hyperlink" Target="https://valthom.github.io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feature를 공유하는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행: 원래 라벨 · 열: 동일 feature의 다른 라벨 · 셀: 행 클래스 대비 비율 (%) · 정제 전 표본 수 내림차순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1344168"/>
            <a:ext cx="5394960" cy="2057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1344168"/>
            <a:ext cx="5394960" cy="2057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557016"/>
            <a:ext cx="5394960" cy="2057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557016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97296"/>
            <a:ext cx="6537960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빈칸: 0%   ·: 1% 미만   회색: 동일 클래스   같은 행의 중복 집계로 합산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5843016"/>
            <a:ext cx="411480" cy="12801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5843016"/>
            <a:ext cx="411480" cy="128016"/>
          </a:xfrm>
          <a:prstGeom prst="rect">
            <a:avLst/>
          </a:prstGeom>
          <a:solidFill>
            <a:srgbClr val="9C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5843016"/>
            <a:ext cx="411480" cy="128016"/>
          </a:xfrm>
          <a:prstGeom prst="rect">
            <a:avLst/>
          </a:prstGeom>
          <a:solidFill>
            <a:srgbClr val="4B9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5843016"/>
            <a:ext cx="411480" cy="128016"/>
          </a:xfrm>
          <a:prstGeom prst="rect">
            <a:avLst/>
          </a:prstGeom>
          <a:solidFill>
            <a:srgbClr val="12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4" y="5843016"/>
            <a:ext cx="411480" cy="12801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5815584"/>
            <a:ext cx="822960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attack: 1,764 + 432 − 중복 429 = 1,767행 제거 · 771행 잔존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이후 클래스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데이터 기준 (train + validation + test) · 정제 후 표본 수 내림차순 · 비중 단위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56231"/>
          <a:ext cx="5394960" cy="2913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17,514,626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12,798,328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87.070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86.736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1,324,350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1,316,025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6.584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8.919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1.033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1.408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302,966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197,415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1.506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1.338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575,194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188,414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2.859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188,152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46,761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0.317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2,538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771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0.013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20,115,529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14,755,417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74920"/>
            <a:ext cx="5394960" cy="6583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129784"/>
            <a:ext cx="5084064" cy="5029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Infiltration 75.1% 감소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Web attack 69.6% 감소 · 정제 후 771행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856231"/>
          <a:ext cx="5394960" cy="3884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16,792,214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6,446,120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61.018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59.646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2,834,435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1,670,497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10.299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15.457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1,594,777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1,061,699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5.795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9.824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4,141,256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925,247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15.048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8.561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381,777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341,263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1.387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3.158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203,384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200,688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1.857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203,456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113,655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1.052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1,358,977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39,069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4.938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0.362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6,013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5,446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3,971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3,604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27,520,260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10,807,288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후에도 남는 클래스 불균형 · CIC2018 Web attack 771행, ToN Scanning 39,069행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Global과 residual expert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모델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학습 데이터의 역할 분리 · Global 구성 / Expert 구성 / S·V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풀 · 공통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풀 · residual과 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Route 풀 · S/V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오프라인 · 모델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context로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분류기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입력 표현·예측 확률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정답과의 차이·오류 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실패 특성에 따라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K개 군집으로 분할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+ 군집별 특화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Global·expert의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교정·훼손 사례 학습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87752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04888" y="2944368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63455" y="2944368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368503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온라인 · 입력별 예측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클래스 예측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5496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선택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여부 판단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7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선택한 context로 분류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예측의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여부 판단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최종 예측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시 expert 예측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87752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04888" y="4626864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63455" y="4626864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35908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53044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5908" y="5577840"/>
            <a:ext cx="6775704" cy="0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11612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7332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또는 채택 조건 미충족 → Global 예측 유지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Backbone 고정 · context로 expert 구성 · S/V로 예측 교체 여부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첫 context 구성 실험 · 공통 anchor와 residual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Context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정제 CIC2018·ToN · seed 43 · Global 고정 · K = 2, 4, 6,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4864608" cy="427024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864608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40764"/>
            <a:ext cx="4553712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각 expert에 제공하는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21671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2768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88336"/>
            <a:ext cx="4005072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모든 클래스의 기본 사례 · 클래스당 최대 2,000행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310128"/>
            <a:ext cx="914400" cy="329184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37673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8770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군집별 특화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279392"/>
            <a:ext cx="4005072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 오류 양상과 입력 특성을 반영한 표본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056632"/>
            <a:ext cx="4242816" cy="39319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같은 TabPFN backbone · 서로 다른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508760"/>
            <a:ext cx="5797296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K에 따른 expert 구성과 context 행 수 합계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24728" y="2048256"/>
          <a:ext cx="5797296" cy="242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432"/>
                <a:gridCol w="2313432"/>
                <a:gridCol w="2313432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250,481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231,534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277,505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270,546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328,037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338,908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376,411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421,513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24728" y="4764024"/>
          <a:ext cx="5797296" cy="786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528"/>
                <a:gridCol w="1929384"/>
                <a:gridCol w="1929384"/>
              </a:tblGrid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anchor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 수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12,224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18,717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24728" y="5660136"/>
            <a:ext cx="5797296" cy="38404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합계에 expert별 anchor 반복 포함 · K별 총예산 상이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Residual block + anchor를 context 구성의 첫 비교 기준으로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test에서 비교한 Global과 expert의 분류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Expert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 = 4 · 클래스별 F1 · test 표본 수 내림차순 · 파란 숫자: 표시값 기준 Global 대비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28800"/>
          <a:ext cx="5394960" cy="283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2,652,203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262,680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41,542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39,483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37,696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8,742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0.288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0.210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0.353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0.199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" y="4855464"/>
            <a:ext cx="5358384" cy="6583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Infiltration: 모든 expert에서 Global보다 낮은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Web attack: e1의 test 개선, validation 확인에서는 미개선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7064" y="1828800"/>
          <a:ext cx="539496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1,474,302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0.912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343,854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0.825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210,951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103,338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68,891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0.460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40,030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22,458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0.954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0.616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0.564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1,161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0.094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0.106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0.117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0.680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24728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각 expert가 같은 전체 test를 분류 · 다른 클래스에서 발생한 FP까지 포함한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ToN Scanning은 e1~e4 모두 test와 validation 확인에서 Global 대비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적용 결과 · ToN 호출 활성화, CIC2018 호출 0건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S/V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validation에서 호출·채택 기준 선택 · 전체 test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2, 4, 6, 8 모두 Global 예측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0.7636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5.26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0.7677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0.7463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27064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4 Scanning F1   0.0394 → 0.8587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07024"/>
            <a:ext cx="11055096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호출률: 정책상 expert 호출 표본 비율 · 채택률: expert 출력 수락 표본 비율 · 분모는 전체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context 구성에서 데이터셋별 S/V 활성화 차이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데이터의 SOTA와 현재 모델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동일 정제 test · 대표 설정 K = 4 · Macro-F1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4408"/>
                <a:gridCol w="1929384"/>
                <a:gridCol w="1929384"/>
                <a:gridCol w="3931920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정보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0.7148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0.5866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0.7024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0.6462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0.7839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0.6682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0.7795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모델 · K = 4 · S+V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+ Expert·Route 풀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22976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첫 5개 방법은 같은 100,000개 train ID 사용 · 전체 train XGB와 현재 모델은 추가 학습 데이터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16168"/>
            <a:ext cx="11055096" cy="2651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Global·DistPFN: v3 · BoostPFN·LoCalPFN: v1 · LoCalPFN은 미세조정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모델은 anchor + residual block의 예비 결과 · 동일 학습 예산의 비교와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측정 비용과 현재 모델의 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비용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RTX 4090 24GB · 최대 2개 작업 병렬 · 자원 경합을 포함한 경과 시간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39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/>
                <a:gridCol w="1408176"/>
                <a:gridCol w="1408176"/>
                <a:gridCol w="1408176"/>
                <a:gridCol w="1408176"/>
                <a:gridCol w="1325880"/>
                <a:gridCol w="1325880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55.4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2,308.5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97.8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1,737.6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3,196.3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17,300.8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5,783.1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11,144.8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107.8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143.2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2.20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102352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LoCalPFN: 학습에 validation, 추론에 검색 포함 · DistPFN: Global 계산과 prior 보정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577840"/>
            <a:ext cx="11055096" cy="521207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0136"/>
            <a:ext cx="10725912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현재 모델 K = 4 · 정책상 호출률 CIC2018 0.00%, ToN 100.00% · 조건부 추론 시간 별도 측정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후속 네 접근의 feasibility · context 최적화만 새 정보를 만든다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후속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10-01 저녁 · seed 43 단일(4번은 seed 44 추가) · 전체 test macro-F1 · feasibility 규모, 기록급 실험 아님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17320"/>
          <a:ext cx="11055096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703320"/>
                <a:gridCol w="3520440"/>
                <a:gridCol w="2139696"/>
              </a:tblGrid>
              <a:tr h="7132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접근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무엇을 바꿨나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 (전체 test)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7132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 Benign 다양화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C0의 benign 75,000행만 교체 (time · k-center · 역밀도 · 공격 근접)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0.830 → 0.813 … 0.834, scanning ≤ 0.07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효과 없음 · scanning은 prior 문제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 LITO식 tail 합성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224행 → 합성 2,000행, self-authentication 통과 1,479행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0.7824 → 합성 0.7680 · 실제 복제 0.7997 (web F1 0.21 → 0.32)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합성 기각 · 양성 비율은 유효한 knob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7132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  SupCon 임베딩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route 풀로 encoder 학습, 16차원 임베딩을 feature에 추가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0.836 → 0.827 (raw+emb) · 0.836 (emb)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효과 없음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1B7F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4  Context 최적화</a:t>
                      </a:r>
                    </a:p>
                  </a:txBody>
                  <a:tcPr marL="64008" marR="64008" marT="22860" marB="22860">
                    <a:solidFill>
                      <a:srgbClr val="EEF8F2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3,000행 context를 train 풀 query의 NLL로 300 step 최적화 (backbone 고정)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0.645 → 0.710 / 0.745 (seed 43 / 44) · CIC 2,100행 0.783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80" b="1" lang="ko-KR">
                          <a:solidFill>
                            <a:srgbClr val="1B7F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100k C0 0.680 / 0.782 상회·동급</a:t>
                      </a:r>
                    </a:p>
                  </a:txBody>
                  <a:tcPr marL="64008" marR="64008" marT="22860" marB="22860">
                    <a:solidFill>
                      <a:srgbClr val="EEF8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02352"/>
            <a:ext cx="11055096" cy="868680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57216"/>
            <a:ext cx="10744200" cy="76809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ToN: 3,000행 최적화 context 0.710 / 0.745 &gt; 100,000행 무작위 C0 0.680 &gt; XGBoost-100k 0.698 · 최적화 query는 자연 비율이어야 한다 (균형 query 0.672)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제한: 미분 경로는 24 GB에서 5,000행까지 · estimator 1개 · seed 민감(mitm 0.32 / 0.65)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정보는 행 수가 아니라 구성에서 온다 · 다음은 최적화 context를 Global과 expert에 쓰는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다음 실험 · 공격이 시간순으로 나타나는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다음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test를 시간순 5구간으로 분할 · 구간마다 각 family의 첫 10% 중 최대 50행만 라벨 → 나머지 평가 · 라벨은 누적 · ToN seed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486400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 test에서 family가 나타나는 순서 (구간별 출현 클래스)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1024128" cy="1078992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856231"/>
            <a:ext cx="950976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구간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139696"/>
            <a:ext cx="950976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ddos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dos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injection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scanning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495" y="1810512"/>
            <a:ext cx="1024128" cy="107899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1856231"/>
            <a:ext cx="950976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구간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139696"/>
            <a:ext cx="950976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ddos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1810512"/>
            <a:ext cx="1024128" cy="107899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856231"/>
            <a:ext cx="950976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구간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39696"/>
            <a:ext cx="950976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1810512"/>
            <a:ext cx="1024128" cy="107899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1856231"/>
            <a:ext cx="950976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구간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139696"/>
            <a:ext cx="950976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xss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810512"/>
            <a:ext cx="1024128" cy="1078992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1856231"/>
            <a:ext cx="950976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구간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2139696"/>
            <a:ext cx="950976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backdoor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mitm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ransomware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926080"/>
            <a:ext cx="5486400" cy="29260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benign은 전 구간에 공존 · 구간 5의 benign은 train에 없는 블록을 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417320"/>
            <a:ext cx="526694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비교 조건 (같은 평가 행)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355080" y="1810512"/>
          <a:ext cx="526694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340864"/>
                <a:gridCol w="1280160"/>
              </a:tblGrid>
              <a:tr h="27432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조건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갱신 방식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구간당 비용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27432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TabPFN 고정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갱신 없음 (현재 Global)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TabPFN + context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라벨 행을 context에 추가, 학습 없음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적재 17 s / 구간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27432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고정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갱신 없음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재학습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C0 + 누적 라벨로 재학습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재학습 4 s / 구간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" y="3291840"/>
            <a:ext cx="11055096" cy="31089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첫 결과 (EXP68, ToN, seed 43) · 구간별 macro-F1은 그 구간에 출현한 클래스 기준 · 아래 세 행은 tail F1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3639312"/>
          <a:ext cx="11055095" cy="2098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2295144"/>
                <a:gridCol w="2295144"/>
                <a:gridCol w="2295144"/>
                <a:gridCol w="2295144"/>
              </a:tblGrid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TabPFN 고정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+context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 고정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 재학습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0.868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0.868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0.941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0.563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0.554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0.605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0.610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 (1)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0.043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0.047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 (5)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0.145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0.270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0.290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9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 (5)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0.156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0.156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0.166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8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0.164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" y="5788152"/>
            <a:ext cx="11055096" cy="45720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라벨 50행을 100,000행 context에 더하는 것만으로는 scanning이 열리지 않는다 (0.038 → 0.043; XGB 재학습 0.053) · 효과를 낸 것은 구성이다: scanning block expert + V 0.86, 최적화 context 0.71 · 적응의 단위는 라벨 추가가 아니라 context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비용: TabPFN 학습 0 s, context 적재 86 s · 추론 340 s / XGB 재학습 18 s · 추론 1 s · 라벨 750행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왜 TabPFN인가 · 재학습 없이 context로 적응하는 탐지기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연구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같은 100,000행에서 정확도는 비슷하다 · CIC2018 XGBoost 0.7821 vs TabPFN 0.7824 · ToN 0.6983 vs 0.6796 · 차이는 새 공격이 나타났을 때의 갱신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394960" cy="278892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76756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학습 모델 (XGBoost 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74920" cy="9601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새 공격 출현 → 라벨 수집 → 전체 재학습 → 재배포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모델 자체가 바뀌므로 회귀 검증을 다시 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074920" cy="109728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train 재학습 108 s / 143 s (CIC / ToN, EXP61)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추론 1,000행당 0.0003 s · 매우 빠름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417320"/>
            <a:ext cx="5394960" cy="278892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417320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76756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TabPFN (backbone 고정)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965960"/>
            <a:ext cx="5074920" cy="9601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새 공격 출현 → 소수 라벨을 context에 추가 → 즉시 추론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모델은 그대로, 바뀌는 것은 context 행뿐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71800"/>
            <a:ext cx="5074920" cy="109728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학습 0 s · context 적재 37 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추론 1,000행당 0.36 s · XGBoost보다 약 1,000배 느림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55096" cy="1417320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07992"/>
            <a:ext cx="10744200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연구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744200" cy="86868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제한된 context 예산(100,000행 ≪ 보유 train 수백만 행)에 무엇을 담아야 tail 공격이 회수되는가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평가 기준: 전체 macro-F1 경쟁이 아니라 tail 클래스 회수 · benign 오탐 · 갱신에 드는 라벨과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주장: 성능 경쟁이 아니라 적응 비용과 tail 회수로 TabPFN의 자리를 보인다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목표는 tail 회수 · benign 혼동의 원인은 클래스마다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연구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benign과 공격이 시간순으로 공존하는 window 라벨 → 혼동은 피할 수 없다 · 10-01 진단: Global이 틀린 행과 train의 최근접 거리 (표준화 46차원 L2, 참조 benign은 0.01)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55096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960120"/>
                <a:gridCol w="1298448"/>
                <a:gridCol w="1298448"/>
                <a:gridCol w="3291840"/>
                <a:gridCol w="2606040"/>
              </a:tblGrid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→ train 해당 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→ train benign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원인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context로 고칠 수 있나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scanning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context 안 benign:scanning 27:1 (prior)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1B7F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 · expert+V 0.90</a:t>
                      </a:r>
                    </a:p>
                  </a:txBody>
                  <a:tcPr marL="64008" marR="64008" marT="22860" marB="22860">
                    <a:solidFill>
                      <a:srgbClr val="EEF8F2"/>
                    </a:solidFill>
                  </a:tcPr>
                </a:tc>
              </a:tr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infiltration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0.288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benign과 겹치는 영역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B041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 · feature 한계</a:t>
                      </a:r>
                    </a:p>
                  </a:txBody>
                  <a:tcPr marL="64008" marR="64008" marT="22860" marB="22860">
                    <a:solidFill>
                      <a:srgbClr val="FBEEEE"/>
                    </a:solidFill>
                  </a:tcPr>
                </a:tc>
              </a:tr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ransomware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2.84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 라벨 행이 ransomware 근사 복제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B0413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 · 라벨 모순</a:t>
                      </a:r>
                    </a:p>
                  </a:txBody>
                  <a:tcPr marL="64008" marR="64008" marT="22860" marB="22860">
                    <a:solidFill>
                      <a:srgbClr val="FBEEEE"/>
                    </a:solidFill>
                  </a:tcPr>
                </a:tc>
              </a:tr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mitm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9.76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11.40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train에 없는 새 benign 블록 (drift)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시간순 갱신 · novelty 거부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web attack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0.210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2.23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1.79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양성 127행 · dos와 오인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lang="ko-KR">
                          <a:solidFill>
                            <a:srgbClr val="1B7F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부분 · 양성 비율 +0.11</a:t>
                      </a:r>
                    </a:p>
                  </a:txBody>
                  <a:tcPr marL="64008" marR="64008" marT="22860" marB="22860">
                    <a:solidFill>
                      <a:srgbClr val="EE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거리 열: scanning은 Global이 놓친(FN) 행, 나머지는 benign을 해당 클래스로 부른(FP) 행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102352"/>
            <a:ext cx="11055096" cy="868680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75504"/>
            <a:ext cx="10744200" cy="7315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설계의 대상 = prior형(scanning)과 희소 양성형(web attack) · 겹침·라벨 모순은 데이터 상한으로 보고 · drift는 시간순 라벨 갱신으로 다룬다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tail별로 원인이 다르므로 목표도 하나가 아니다 · 회수 가능한 tail에 context를 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10월 2일 랩미팅 · 한국어 (주장 우선 구성)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2026-10-02 주장 우선 재구성: 의도·목표 2장 추가, 후속 접근 feasibility 결과와 시간순 시나리오로 9·10장 교체</dc:description>
</cp:coreProperties>
</file>